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86" r:id="rId4"/>
    <p:sldId id="258" r:id="rId5"/>
    <p:sldId id="259" r:id="rId6"/>
    <p:sldId id="260" r:id="rId7"/>
    <p:sldId id="261" r:id="rId8"/>
    <p:sldId id="284" r:id="rId9"/>
    <p:sldId id="295" r:id="rId10"/>
    <p:sldId id="293" r:id="rId11"/>
    <p:sldId id="296" r:id="rId12"/>
    <p:sldId id="297" r:id="rId13"/>
    <p:sldId id="285" r:id="rId14"/>
    <p:sldId id="287" r:id="rId15"/>
    <p:sldId id="288" r:id="rId16"/>
    <p:sldId id="289" r:id="rId17"/>
    <p:sldId id="290" r:id="rId18"/>
    <p:sldId id="291" r:id="rId19"/>
    <p:sldId id="298" r:id="rId20"/>
    <p:sldId id="299" r:id="rId21"/>
    <p:sldId id="279" r:id="rId22"/>
  </p:sldIdLst>
  <p:sldSz cx="9144000" cy="5143500" type="screen16x9"/>
  <p:notesSz cx="6858000" cy="9144000"/>
  <p:embeddedFontLst>
    <p:embeddedFont>
      <p:font typeface="Titillium Web Light" panose="020B0604020202020204" charset="0"/>
      <p:regular r:id="rId24"/>
      <p:bold r:id="rId25"/>
      <p:italic r:id="rId26"/>
      <p:boldItalic r:id="rId27"/>
    </p:embeddedFont>
    <p:embeddedFont>
      <p:font typeface="Dosis" panose="020B0604020202020204" charset="0"/>
      <p:regular r:id="rId28"/>
      <p:bold r:id="rId29"/>
    </p:embeddedFont>
    <p:embeddedFont>
      <p:font typeface="Titillium Web" panose="020B0604020202020204" charset="0"/>
      <p:regular r:id="rId30"/>
      <p:bold r:id="rId31"/>
      <p:italic r:id="rId32"/>
      <p:boldItalic r:id="rId33"/>
    </p:embeddedFont>
    <p:embeddedFont>
      <p:font typeface="Dosis Light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Untitled Section" id="{5C777270-9573-4A90-B725-E71F65D951AA}">
          <p14:sldIdLst>
            <p14:sldId id="256"/>
            <p14:sldId id="257"/>
            <p14:sldId id="286"/>
            <p14:sldId id="258"/>
            <p14:sldId id="259"/>
            <p14:sldId id="260"/>
            <p14:sldId id="261"/>
            <p14:sldId id="284"/>
            <p14:sldId id="295"/>
            <p14:sldId id="293"/>
            <p14:sldId id="296"/>
            <p14:sldId id="297"/>
            <p14:sldId id="285"/>
            <p14:sldId id="287"/>
            <p14:sldId id="288"/>
            <p14:sldId id="289"/>
            <p14:sldId id="290"/>
            <p14:sldId id="291"/>
            <p14:sldId id="298"/>
            <p14:sldId id="299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B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4D8316-ED31-4628-80D9-B483439AA1CB}">
  <a:tblStyle styleId="{954D8316-ED31-4628-80D9-B483439AA1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400"/>
              <a:buChar char="●"/>
              <a:defRPr sz="1100"/>
            </a:lvl1pPr>
            <a:lvl2pPr lvl="1">
              <a:spcBef>
                <a:spcPts val="0"/>
              </a:spcBef>
              <a:buSzPts val="1400"/>
              <a:buChar char="○"/>
              <a:defRPr sz="1100"/>
            </a:lvl2pPr>
            <a:lvl3pPr lvl="2">
              <a:spcBef>
                <a:spcPts val="0"/>
              </a:spcBef>
              <a:buSzPts val="1400"/>
              <a:buChar char="■"/>
              <a:defRPr sz="1100"/>
            </a:lvl3pPr>
            <a:lvl4pPr lvl="3">
              <a:spcBef>
                <a:spcPts val="0"/>
              </a:spcBef>
              <a:buSzPts val="1400"/>
              <a:buChar char="●"/>
              <a:defRPr sz="1100"/>
            </a:lvl4pPr>
            <a:lvl5pPr lvl="4">
              <a:spcBef>
                <a:spcPts val="0"/>
              </a:spcBef>
              <a:buSzPts val="1400"/>
              <a:buChar char="○"/>
              <a:defRPr sz="1100"/>
            </a:lvl5pPr>
            <a:lvl6pPr lvl="5">
              <a:spcBef>
                <a:spcPts val="0"/>
              </a:spcBef>
              <a:buSzPts val="1400"/>
              <a:buChar char="■"/>
              <a:defRPr sz="1100"/>
            </a:lvl6pPr>
            <a:lvl7pPr lvl="6">
              <a:spcBef>
                <a:spcPts val="0"/>
              </a:spcBef>
              <a:buSzPts val="1400"/>
              <a:buChar char="●"/>
              <a:defRPr sz="1100"/>
            </a:lvl7pPr>
            <a:lvl8pPr lvl="7">
              <a:spcBef>
                <a:spcPts val="0"/>
              </a:spcBef>
              <a:buSzPts val="1400"/>
              <a:buChar char="○"/>
              <a:defRPr sz="1100"/>
            </a:lvl8pPr>
            <a:lvl9pPr lvl="8">
              <a:spcBef>
                <a:spcPts val="0"/>
              </a:spcBef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1095235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Shape 38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Shape 38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5649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8" name="Shape 38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9" name="Shape 38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317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7" name="Shape 38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8" name="Shape 38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742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Shape 38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6" name="Shape 38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2234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" name="Shape 38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2" name="Shape 38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7072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Shape 38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Shape 38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6274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5" name="Shape 403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6" name="Shape 40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127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003B5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rgbClr val="80BFB7"/>
              </a:buClr>
              <a:buSzPts val="6000"/>
              <a:buNone/>
              <a:defRPr sz="6000">
                <a:solidFill>
                  <a:srgbClr val="80BFB7"/>
                </a:solidFill>
              </a:defRPr>
            </a:lvl1pPr>
            <a:lvl2pPr lvl="1">
              <a:spcBef>
                <a:spcPts val="0"/>
              </a:spcBef>
              <a:buClr>
                <a:srgbClr val="80BFB7"/>
              </a:buClr>
              <a:buSzPts val="6000"/>
              <a:buNone/>
              <a:defRPr sz="6000">
                <a:solidFill>
                  <a:srgbClr val="80BFB7"/>
                </a:solidFill>
              </a:defRPr>
            </a:lvl2pPr>
            <a:lvl3pPr lvl="2">
              <a:spcBef>
                <a:spcPts val="0"/>
              </a:spcBef>
              <a:buClr>
                <a:srgbClr val="80BFB7"/>
              </a:buClr>
              <a:buSzPts val="6000"/>
              <a:buNone/>
              <a:defRPr sz="6000">
                <a:solidFill>
                  <a:srgbClr val="80BFB7"/>
                </a:solidFill>
              </a:defRPr>
            </a:lvl3pPr>
            <a:lvl4pPr lvl="3">
              <a:spcBef>
                <a:spcPts val="0"/>
              </a:spcBef>
              <a:buClr>
                <a:srgbClr val="80BFB7"/>
              </a:buClr>
              <a:buSzPts val="6000"/>
              <a:buNone/>
              <a:defRPr sz="6000">
                <a:solidFill>
                  <a:srgbClr val="80BFB7"/>
                </a:solidFill>
              </a:defRPr>
            </a:lvl4pPr>
            <a:lvl5pPr lvl="4">
              <a:spcBef>
                <a:spcPts val="0"/>
              </a:spcBef>
              <a:buClr>
                <a:srgbClr val="80BFB7"/>
              </a:buClr>
              <a:buSzPts val="6000"/>
              <a:buNone/>
              <a:defRPr sz="6000">
                <a:solidFill>
                  <a:srgbClr val="80BFB7"/>
                </a:solidFill>
              </a:defRPr>
            </a:lvl5pPr>
            <a:lvl6pPr lvl="5">
              <a:spcBef>
                <a:spcPts val="0"/>
              </a:spcBef>
              <a:buClr>
                <a:srgbClr val="80BFB7"/>
              </a:buClr>
              <a:buSzPts val="6000"/>
              <a:buNone/>
              <a:defRPr sz="6000">
                <a:solidFill>
                  <a:srgbClr val="80BFB7"/>
                </a:solidFill>
              </a:defRPr>
            </a:lvl6pPr>
            <a:lvl7pPr lvl="6">
              <a:spcBef>
                <a:spcPts val="0"/>
              </a:spcBef>
              <a:buClr>
                <a:srgbClr val="80BFB7"/>
              </a:buClr>
              <a:buSzPts val="6000"/>
              <a:buNone/>
              <a:defRPr sz="6000">
                <a:solidFill>
                  <a:srgbClr val="80BFB7"/>
                </a:solidFill>
              </a:defRPr>
            </a:lvl7pPr>
            <a:lvl8pPr lvl="7">
              <a:spcBef>
                <a:spcPts val="0"/>
              </a:spcBef>
              <a:buClr>
                <a:srgbClr val="80BFB7"/>
              </a:buClr>
              <a:buSzPts val="6000"/>
              <a:buNone/>
              <a:defRPr sz="6000">
                <a:solidFill>
                  <a:srgbClr val="80BFB7"/>
                </a:solidFill>
              </a:defRPr>
            </a:lvl8pPr>
            <a:lvl9pPr lvl="8">
              <a:spcBef>
                <a:spcPts val="0"/>
              </a:spcBef>
              <a:buClr>
                <a:srgbClr val="80BFB7"/>
              </a:buClr>
              <a:buSzPts val="6000"/>
              <a:buNone/>
              <a:defRPr sz="6000">
                <a:solidFill>
                  <a:srgbClr val="80BFB7"/>
                </a:solidFill>
              </a:defRPr>
            </a:lvl9pPr>
          </a:lstStyle>
          <a:p>
            <a:endParaRPr/>
          </a:p>
        </p:txBody>
      </p:sp>
      <p:grpSp>
        <p:nvGrpSpPr>
          <p:cNvPr id="11" name="Shape 11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Shape 1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" name="Shape 14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" name="Shape 15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" name="Shape 16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" name="Shape 17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" name="Shape 18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" name="Shape 19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" name="Shape 20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" name="Shape 21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" name="Shape 2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" name="Shape 23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" name="Shape 24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" name="Shape 25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" name="Shape 26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" name="Shape 28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" name="Shape 29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" name="Shape 30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" name="Shape 31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" name="Shape 3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" name="Shape 33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" name="Shape 34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" name="Shape 36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" name="Shape 37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" name="Shape 38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" name="Shape 39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" name="Shape 40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" name="Shape 41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" name="Shape 4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" name="Shape 43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" name="Shape 45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" name="Shape 46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" name="Shape 47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" name="Shape 48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" name="Shape 49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" name="Shape 50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" name="Shape 5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" name="Shape 53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" name="Shape 54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" name="Shape 55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" name="Shape 56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" name="Shape 57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" name="Shape 59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" name="Shape 60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" name="Shape 61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" name="Shape 6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" name="Shape 63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" name="Shape 64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" name="Shape 66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" name="Shape 67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" name="Shape 68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" name="Shape 69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" name="Shape 70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" name="Shape 71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" name="Shape 7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" name="Shape 73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" name="Shape 74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" name="Shape 75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" name="Shape 77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" name="Shape 78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" name="Shape 79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" name="Shape 80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" name="Shape 81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" name="Shape 8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" name="Shape 83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" name="Shape 84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" name="Shape 85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" name="Shape 86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" name="Shape 87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" name="Shape 88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" name="Shape 89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" name="Shape 90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" name="Shape 91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92" name="Shape 9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Shape 93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" name="Shape 94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" name="Shape 95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" name="Shape 96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" name="Shape 97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" name="Shape 98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" name="Shape 99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" name="Shape 100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" name="Shape 103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" name="Shape 105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" name="Shape 107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" name="Shape 108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" name="Shape 109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" name="Shape 110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" name="Shape 111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" name="Shape 11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" name="Shape 113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" name="Shape 114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" name="Shape 115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" name="Shape 116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" name="Shape 117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" name="Shape 118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" name="Shape 119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" name="Shape 120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" name="Shape 121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" name="Shape 12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" name="Shape 123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" name="Shape 124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" name="Shape 125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" name="Shape 126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" name="Shape 127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" name="Shape 128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" name="Shape 129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" name="Shape 130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" name="Shape 131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" name="Shape 13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" name="Shape 133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" name="Shape 134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" name="Shape 135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" name="Shape 136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" name="Shape 137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" name="Shape 138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" name="Shape 139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" name="Shape 140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" name="Shape 141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" name="Shape 14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" name="Shape 143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" name="Shape 144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" name="Shape 145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" name="Shape 146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" name="Shape 147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" name="Shape 148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" name="Shape 149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" name="Shape 150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" name="Shape 151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" name="Shape 15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" name="Shape 153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" name="Shape 154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" name="Shape 155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" name="Shape 156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" name="Shape 157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" name="Shape 158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" name="Shape 159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" name="Shape 160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" name="Shape 161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" name="Shape 16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" name="Shape 163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" name="Shape 164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" name="Shape 165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" name="Shape 166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" name="Shape 167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" name="Shape 168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" name="Shape 169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" name="Shape 170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" name="Shape 171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" name="Shape 17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" name="Shape 173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" name="Shape 174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" name="Shape 175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" name="Shape 176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" name="Shape 177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" name="Shape 178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" name="Shape 179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" name="Shape 180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" name="Shape 181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" name="Shape 18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" name="Shape 183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4" name="Shape 184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" name="Shape 185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" name="Shape 186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" name="Shape 187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" name="Shape 188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" name="Shape 189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0" name="Shape 190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" name="Shape 191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" name="Shape 19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" name="Shape 193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" name="Shape 194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5" name="Shape 195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6" name="Shape 196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7" name="Shape 197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8" name="Shape 198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9" name="Shape 199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0" name="Shape 200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1" name="Shape 201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2" name="Shape 20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3" name="Shape 203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4" name="Shape 204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5" name="Shape 205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6" name="Shape 206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7" name="Shape 207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8" name="Shape 208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" name="Shape 209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" name="Shape 210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1" name="Shape 211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212" name="Shape 21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Shape 213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4" name="Shape 214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5" name="Shape 215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6" name="Shape 216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7" name="Shape 217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8" name="Shape 218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9" name="Shape 219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0" name="Shape 220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1" name="Shape 221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2" name="Shape 22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3" name="Shape 223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4" name="Shape 224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5" name="Shape 225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6" name="Shape 226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7" name="Shape 227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8" name="Shape 228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29" name="Shape 229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0" name="Shape 230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1" name="Shape 231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2" name="Shape 23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3" name="Shape 233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4" name="Shape 234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5" name="Shape 235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6" name="Shape 236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7" name="Shape 237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8" name="Shape 238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39" name="Shape 239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0" name="Shape 240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1" name="Shape 241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2" name="Shape 24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3" name="Shape 243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4" name="Shape 244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5" name="Shape 245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6" name="Shape 246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7" name="Shape 247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8" name="Shape 248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9" name="Shape 249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0" name="Shape 250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1" name="Shape 251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2" name="Shape 25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3" name="Shape 253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4" name="Shape 254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5" name="Shape 255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6" name="Shape 256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7" name="Shape 257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8" name="Shape 258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9" name="Shape 259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0" name="Shape 260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1" name="Shape 261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2" name="Shape 26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3" name="Shape 263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4" name="Shape 264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5" name="Shape 265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6" name="Shape 266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7" name="Shape 267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8" name="Shape 268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9" name="Shape 269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0" name="Shape 270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1" name="Shape 271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2" name="Shape 27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3" name="Shape 273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4" name="Shape 274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5" name="Shape 275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6" name="Shape 276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7" name="Shape 277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8" name="Shape 278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79" name="Shape 279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0" name="Shape 280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1" name="Shape 281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2" name="Shape 28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3" name="Shape 283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4" name="Shape 284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5" name="Shape 285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6" name="Shape 286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7" name="Shape 287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8" name="Shape 288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89" name="Shape 289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0" name="Shape 290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1" name="Shape 291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2" name="Shape 29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3" name="Shape 293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4" name="Shape 294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5" name="Shape 295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6" name="Shape 296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7" name="Shape 297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8" name="Shape 298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99" name="Shape 299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0" name="Shape 300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1" name="Shape 301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2" name="Shape 30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3" name="Shape 303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4" name="Shape 304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5" name="Shape 305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6" name="Shape 306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7" name="Shape 307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8" name="Shape 308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09" name="Shape 309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0" name="Shape 310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1" name="Shape 311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2" name="Shape 31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3" name="Shape 313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4" name="Shape 314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5" name="Shape 315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6" name="Shape 316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7" name="Shape 317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8" name="Shape 318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19" name="Shape 319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0" name="Shape 320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1" name="Shape 321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2" name="Shape 32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3" name="Shape 323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" name="Shape 324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" name="Shape 325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" name="Shape 326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" name="Shape 327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8" name="Shape 328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9" name="Shape 329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" name="Shape 330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" name="Shape 331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" name="Shape 33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" name="Shape 333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" name="Shape 334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5" name="Shape 335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" name="Shape 336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7" name="Shape 337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8" name="Shape 338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" name="Shape 339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0" name="Shape 340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1" name="Shape 341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" name="Shape 34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" name="Shape 343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4" name="Shape 344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5" name="Shape 345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" name="Shape 346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" name="Shape 347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8" name="Shape 348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9" name="Shape 349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0" name="Shape 350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1" name="Shape 351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2" name="Shape 35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3" name="Shape 353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4" name="Shape 354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5" name="Shape 355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6" name="Shape 356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7" name="Shape 357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8" name="Shape 358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9" name="Shape 359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0" name="Shape 360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1" name="Shape 361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2" name="Shape 36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3" name="Shape 363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4" name="Shape 364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5" name="Shape 365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6" name="Shape 366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7" name="Shape 367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8" name="Shape 368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69" name="Shape 369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0" name="Shape 370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1" name="Shape 371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2" name="Shape 37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3" name="Shape 373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4" name="Shape 374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5" name="Shape 375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6" name="Shape 376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7" name="Shape 377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8" name="Shape 378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79" name="Shape 379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0" name="Shape 380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1" name="Shape 381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2" name="Shape 38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3" name="Shape 383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4" name="Shape 384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5" name="Shape 385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6" name="Shape 386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7" name="Shape 387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8" name="Shape 388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9" name="Shape 389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0" name="Shape 390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1" name="Shape 391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2" name="Shape 39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3" name="Shape 393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4" name="Shape 394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5" name="Shape 395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6" name="Shape 396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7" name="Shape 397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8" name="Shape 398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9" name="Shape 399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0" name="Shape 400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1" name="Shape 401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2" name="Shape 40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3" name="Shape 403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4" name="Shape 404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5" name="Shape 405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6" name="Shape 406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7" name="Shape 407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8" name="Shape 408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9" name="Shape 409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0" name="Shape 410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1" name="Shape 411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2" name="Shape 41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3" name="Shape 413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4" name="Shape 414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5" name="Shape 415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6" name="Shape 416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7" name="Shape 417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8" name="Shape 418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19" name="Shape 419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0" name="Shape 420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1" name="Shape 421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422" name="Shape 42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Shape 423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4" name="Shape 424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5" name="Shape 425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6" name="Shape 426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7" name="Shape 427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8" name="Shape 428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29" name="Shape 429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0" name="Shape 430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1" name="Shape 431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2" name="Shape 43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3" name="Shape 433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4" name="Shape 434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5" name="Shape 435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6" name="Shape 436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7" name="Shape 437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8" name="Shape 438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39" name="Shape 439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0" name="Shape 440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1" name="Shape 441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2" name="Shape 44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3" name="Shape 443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4" name="Shape 444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5" name="Shape 445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6" name="Shape 446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7" name="Shape 447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8" name="Shape 448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9" name="Shape 449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0" name="Shape 450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1" name="Shape 451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2" name="Shape 45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3" name="Shape 453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4" name="Shape 454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5" name="Shape 455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6" name="Shape 456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7" name="Shape 457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8" name="Shape 458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9" name="Shape 459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0" name="Shape 460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1" name="Shape 461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2" name="Shape 46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3" name="Shape 463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4" name="Shape 464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5" name="Shape 465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6" name="Shape 466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7" name="Shape 467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8" name="Shape 468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9" name="Shape 469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0" name="Shape 470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1" name="Shape 471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2" name="Shape 47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3" name="Shape 473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4" name="Shape 474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5" name="Shape 475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6" name="Shape 476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7" name="Shape 477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8" name="Shape 478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9" name="Shape 479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0" name="Shape 480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1" name="Shape 481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2" name="Shape 48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3" name="Shape 483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4" name="Shape 484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5" name="Shape 485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6" name="Shape 486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7" name="Shape 487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8" name="Shape 488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9" name="Shape 489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0" name="Shape 490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1" name="Shape 491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2" name="Shape 49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3" name="Shape 493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4" name="Shape 494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5" name="Shape 495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6" name="Shape 496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7" name="Shape 497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8" name="Shape 498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9" name="Shape 499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0" name="Shape 500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1" name="Shape 501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2" name="Shape 50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3" name="Shape 503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4" name="Shape 504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5" name="Shape 505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6" name="Shape 506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7" name="Shape 507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8" name="Shape 508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9" name="Shape 509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0" name="Shape 510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1" name="Shape 511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2" name="Shape 51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3" name="Shape 513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4" name="Shape 514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5" name="Shape 515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6" name="Shape 516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7" name="Shape 517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8" name="Shape 518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9" name="Shape 519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0" name="Shape 520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1" name="Shape 521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2" name="Shape 52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3" name="Shape 523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4" name="Shape 524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5" name="Shape 525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527"/>
          <p:cNvSpPr txBox="1">
            <a:spLocks noGrp="1"/>
          </p:cNvSpPr>
          <p:nvPr>
            <p:ph type="ctrTitle"/>
          </p:nvPr>
        </p:nvSpPr>
        <p:spPr>
          <a:xfrm>
            <a:off x="685800" y="2878750"/>
            <a:ext cx="5268900" cy="11598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rtl="0">
              <a:spcBef>
                <a:spcPts val="0"/>
              </a:spcBef>
              <a:buSzPts val="4800"/>
              <a:buNone/>
              <a:defRPr sz="4800"/>
            </a:lvl1pPr>
            <a:lvl2pPr lvl="1" rtl="0">
              <a:spcBef>
                <a:spcPts val="0"/>
              </a:spcBef>
              <a:buSzPts val="4800"/>
              <a:buNone/>
              <a:defRPr sz="4800"/>
            </a:lvl2pPr>
            <a:lvl3pPr lvl="2" rtl="0">
              <a:spcBef>
                <a:spcPts val="0"/>
              </a:spcBef>
              <a:buSzPts val="4800"/>
              <a:buNone/>
              <a:defRPr sz="4800"/>
            </a:lvl3pPr>
            <a:lvl4pPr lvl="3" rtl="0">
              <a:spcBef>
                <a:spcPts val="0"/>
              </a:spcBef>
              <a:buSzPts val="4800"/>
              <a:buNone/>
              <a:defRPr sz="4800"/>
            </a:lvl4pPr>
            <a:lvl5pPr lvl="4" rtl="0">
              <a:spcBef>
                <a:spcPts val="0"/>
              </a:spcBef>
              <a:buSzPts val="4800"/>
              <a:buNone/>
              <a:defRPr sz="4800"/>
            </a:lvl5pPr>
            <a:lvl6pPr lvl="5" rtl="0">
              <a:spcBef>
                <a:spcPts val="0"/>
              </a:spcBef>
              <a:buSzPts val="4800"/>
              <a:buNone/>
              <a:defRPr sz="4800"/>
            </a:lvl6pPr>
            <a:lvl7pPr lvl="6" rtl="0">
              <a:spcBef>
                <a:spcPts val="0"/>
              </a:spcBef>
              <a:buSzPts val="4800"/>
              <a:buNone/>
              <a:defRPr sz="4800"/>
            </a:lvl7pPr>
            <a:lvl8pPr lvl="7" rtl="0">
              <a:spcBef>
                <a:spcPts val="0"/>
              </a:spcBef>
              <a:buSzPts val="4800"/>
              <a:buNone/>
              <a:defRPr sz="4800"/>
            </a:lvl8pPr>
            <a:lvl9pPr lvl="8" rtl="0">
              <a:spcBef>
                <a:spcPts val="0"/>
              </a:spcBef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28" name="Shape 528"/>
          <p:cNvSpPr txBox="1">
            <a:spLocks noGrp="1"/>
          </p:cNvSpPr>
          <p:nvPr>
            <p:ph type="subTitle" idx="1"/>
          </p:nvPr>
        </p:nvSpPr>
        <p:spPr>
          <a:xfrm>
            <a:off x="685800" y="3983055"/>
            <a:ext cx="5268900" cy="7848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80BFB7"/>
              </a:buClr>
              <a:buSzPts val="2400"/>
              <a:buNone/>
              <a:defRPr>
                <a:solidFill>
                  <a:srgbClr val="80BFB7"/>
                </a:solidFill>
              </a:defRPr>
            </a:lvl1pPr>
            <a:lvl2pPr lvl="1" rtl="0">
              <a:spcBef>
                <a:spcPts val="0"/>
              </a:spcBef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2pPr>
            <a:lvl3pPr lvl="2" rtl="0">
              <a:spcBef>
                <a:spcPts val="0"/>
              </a:spcBef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3pPr>
            <a:lvl4pPr lvl="3" rtl="0">
              <a:spcBef>
                <a:spcPts val="0"/>
              </a:spcBef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4pPr>
            <a:lvl5pPr lvl="4" rtl="0">
              <a:spcBef>
                <a:spcPts val="0"/>
              </a:spcBef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5pPr>
            <a:lvl6pPr lvl="5" rtl="0">
              <a:spcBef>
                <a:spcPts val="0"/>
              </a:spcBef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6pPr>
            <a:lvl7pPr lvl="6" rtl="0">
              <a:spcBef>
                <a:spcPts val="0"/>
              </a:spcBef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7pPr>
            <a:lvl8pPr lvl="7" rtl="0">
              <a:spcBef>
                <a:spcPts val="0"/>
              </a:spcBef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8pPr>
            <a:lvl9pPr lvl="8" rtl="0">
              <a:spcBef>
                <a:spcPts val="0"/>
              </a:spcBef>
              <a:buClr>
                <a:srgbClr val="80BFB7"/>
              </a:buClr>
              <a:buSzPts val="3000"/>
              <a:buNone/>
              <a:defRPr sz="3000">
                <a:solidFill>
                  <a:srgbClr val="80BFB7"/>
                </a:solidFill>
              </a:defRPr>
            </a:lvl9pPr>
          </a:lstStyle>
          <a:p>
            <a:endParaRPr/>
          </a:p>
        </p:txBody>
      </p:sp>
      <p:grpSp>
        <p:nvGrpSpPr>
          <p:cNvPr id="529" name="Shape 529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530" name="Shape 530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1" name="Shape 531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2" name="Shape 53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3" name="Shape 53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4" name="Shape 534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5" name="Shape 535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6" name="Shape 536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7" name="Shape 537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8" name="Shape 538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9" name="Shape 539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0" name="Shape 540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1" name="Shape 541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2" name="Shape 54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3" name="Shape 54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4" name="Shape 544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5" name="Shape 545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6" name="Shape 546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7" name="Shape 547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8" name="Shape 548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9" name="Shape 549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0" name="Shape 550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1" name="Shape 551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2" name="Shape 55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3" name="Shape 55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4" name="Shape 554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5" name="Shape 555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6" name="Shape 556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7" name="Shape 557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8" name="Shape 558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9" name="Shape 559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0" name="Shape 560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1" name="Shape 561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2" name="Shape 56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3" name="Shape 56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4" name="Shape 564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5" name="Shape 565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6" name="Shape 566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7" name="Shape 567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8" name="Shape 568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9" name="Shape 569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0" name="Shape 570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1" name="Shape 571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2" name="Shape 57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3" name="Shape 57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4" name="Shape 574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5" name="Shape 575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6" name="Shape 576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7" name="Shape 577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8" name="Shape 578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9" name="Shape 579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0" name="Shape 580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1" name="Shape 581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2" name="Shape 58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3" name="Shape 58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4" name="Shape 584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5" name="Shape 585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6" name="Shape 586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7" name="Shape 587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8" name="Shape 588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9" name="Shape 589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0" name="Shape 590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1" name="Shape 591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2" name="Shape 59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3" name="Shape 59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4" name="Shape 594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5" name="Shape 595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6" name="Shape 596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7" name="Shape 597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8" name="Shape 598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9" name="Shape 599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0" name="Shape 600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1" name="Shape 601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2" name="Shape 60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3" name="Shape 60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4" name="Shape 604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5" name="Shape 605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6" name="Shape 606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7" name="Shape 607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8" name="Shape 608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9" name="Shape 609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610" name="Shape 610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611" name="Shape 611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2" name="Shape 61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3" name="Shape 61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4" name="Shape 614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5" name="Shape 615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6" name="Shape 616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7" name="Shape 617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8" name="Shape 618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9" name="Shape 619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0" name="Shape 620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1" name="Shape 621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2" name="Shape 62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3" name="Shape 62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4" name="Shape 624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5" name="Shape 625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6" name="Shape 626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7" name="Shape 627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8" name="Shape 628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9" name="Shape 629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0" name="Shape 630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1" name="Shape 631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2" name="Shape 63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3" name="Shape 63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4" name="Shape 634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5" name="Shape 635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6" name="Shape 636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7" name="Shape 637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8" name="Shape 638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9" name="Shape 639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0" name="Shape 640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1" name="Shape 641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2" name="Shape 64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3" name="Shape 64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4" name="Shape 644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5" name="Shape 645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6" name="Shape 646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7" name="Shape 647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8" name="Shape 648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9" name="Shape 649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0" name="Shape 650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1" name="Shape 651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2" name="Shape 65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3" name="Shape 65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4" name="Shape 654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5" name="Shape 655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6" name="Shape 656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7" name="Shape 657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8" name="Shape 658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9" name="Shape 659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0" name="Shape 660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1" name="Shape 661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2" name="Shape 66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3" name="Shape 66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4" name="Shape 664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5" name="Shape 665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6" name="Shape 666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7" name="Shape 667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8" name="Shape 668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9" name="Shape 669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0" name="Shape 670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1" name="Shape 671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2" name="Shape 67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3" name="Shape 67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4" name="Shape 674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5" name="Shape 675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6" name="Shape 676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7" name="Shape 677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8" name="Shape 678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9" name="Shape 679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0" name="Shape 680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1" name="Shape 681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2" name="Shape 68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3" name="Shape 68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4" name="Shape 684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5" name="Shape 685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6" name="Shape 686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7" name="Shape 687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8" name="Shape 688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89" name="Shape 689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0" name="Shape 690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1" name="Shape 691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2" name="Shape 69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3" name="Shape 69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4" name="Shape 694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5" name="Shape 695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6" name="Shape 696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7" name="Shape 697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8" name="Shape 698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99" name="Shape 699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0" name="Shape 700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1" name="Shape 701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2" name="Shape 70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3" name="Shape 70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4" name="Shape 704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5" name="Shape 705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6" name="Shape 706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7" name="Shape 707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8" name="Shape 708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09" name="Shape 709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0" name="Shape 710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1" name="Shape 711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2" name="Shape 71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3" name="Shape 71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4" name="Shape 714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5" name="Shape 715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6" name="Shape 716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7" name="Shape 717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8" name="Shape 718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19" name="Shape 719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0" name="Shape 720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1" name="Shape 721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2" name="Shape 72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3" name="Shape 72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4" name="Shape 724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5" name="Shape 725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6" name="Shape 726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7" name="Shape 727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8" name="Shape 728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29" name="Shape 729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730" name="Shape 730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731" name="Shape 731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2" name="Shape 73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3" name="Shape 73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4" name="Shape 734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5" name="Shape 735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6" name="Shape 736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7" name="Shape 737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8" name="Shape 738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39" name="Shape 739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0" name="Shape 740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1" name="Shape 741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2" name="Shape 74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3" name="Shape 74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4" name="Shape 744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5" name="Shape 745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6" name="Shape 746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7" name="Shape 747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8" name="Shape 748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49" name="Shape 749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0" name="Shape 750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1" name="Shape 751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2" name="Shape 75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3" name="Shape 75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4" name="Shape 754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5" name="Shape 755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6" name="Shape 756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7" name="Shape 757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8" name="Shape 758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59" name="Shape 759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0" name="Shape 760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1" name="Shape 761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2" name="Shape 76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3" name="Shape 76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4" name="Shape 764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5" name="Shape 765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6" name="Shape 766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7" name="Shape 767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8" name="Shape 768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69" name="Shape 769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0" name="Shape 770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1" name="Shape 771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2" name="Shape 77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3" name="Shape 77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4" name="Shape 774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5" name="Shape 775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6" name="Shape 776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7" name="Shape 777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8" name="Shape 778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79" name="Shape 779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0" name="Shape 780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1" name="Shape 781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2" name="Shape 78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3" name="Shape 78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4" name="Shape 784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5" name="Shape 785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6" name="Shape 786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7" name="Shape 787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8" name="Shape 788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89" name="Shape 789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0" name="Shape 790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1" name="Shape 791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2" name="Shape 79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3" name="Shape 79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4" name="Shape 794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5" name="Shape 795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6" name="Shape 796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7" name="Shape 797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8" name="Shape 798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99" name="Shape 799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0" name="Shape 800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1" name="Shape 801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2" name="Shape 80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3" name="Shape 80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4" name="Shape 804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5" name="Shape 805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6" name="Shape 806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7" name="Shape 807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8" name="Shape 808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09" name="Shape 809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0" name="Shape 810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1" name="Shape 811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2" name="Shape 81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3" name="Shape 81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4" name="Shape 814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5" name="Shape 815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6" name="Shape 816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7" name="Shape 817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8" name="Shape 818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19" name="Shape 819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0" name="Shape 820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1" name="Shape 821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2" name="Shape 82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3" name="Shape 82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4" name="Shape 824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5" name="Shape 825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6" name="Shape 826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7" name="Shape 827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8" name="Shape 828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29" name="Shape 829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0" name="Shape 830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1" name="Shape 831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2" name="Shape 83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3" name="Shape 83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4" name="Shape 834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5" name="Shape 835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6" name="Shape 836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7" name="Shape 837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8" name="Shape 838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39" name="Shape 839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0" name="Shape 840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1" name="Shape 841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2" name="Shape 84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3" name="Shape 84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4" name="Shape 844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5" name="Shape 845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6" name="Shape 846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7" name="Shape 847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8" name="Shape 848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49" name="Shape 849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0" name="Shape 850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1" name="Shape 851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2" name="Shape 85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3" name="Shape 85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4" name="Shape 854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5" name="Shape 855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6" name="Shape 856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7" name="Shape 857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8" name="Shape 858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9" name="Shape 859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0" name="Shape 860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1" name="Shape 861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2" name="Shape 86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3" name="Shape 86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4" name="Shape 864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5" name="Shape 865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6" name="Shape 866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7" name="Shape 867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8" name="Shape 868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9" name="Shape 869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0" name="Shape 870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1" name="Shape 871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2" name="Shape 87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3" name="Shape 87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4" name="Shape 874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5" name="Shape 875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6" name="Shape 876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7" name="Shape 877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8" name="Shape 878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9" name="Shape 879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0" name="Shape 880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1" name="Shape 881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2" name="Shape 88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3" name="Shape 88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4" name="Shape 884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5" name="Shape 885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6" name="Shape 886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7" name="Shape 887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8" name="Shape 888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9" name="Shape 889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0" name="Shape 890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1" name="Shape 891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2" name="Shape 89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3" name="Shape 89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4" name="Shape 894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5" name="Shape 895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6" name="Shape 896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7" name="Shape 897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8" name="Shape 898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9" name="Shape 899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0" name="Shape 900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1" name="Shape 901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2" name="Shape 90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3" name="Shape 90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4" name="Shape 904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5" name="Shape 905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6" name="Shape 906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7" name="Shape 907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8" name="Shape 908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9" name="Shape 909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0" name="Shape 910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1" name="Shape 911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2" name="Shape 91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3" name="Shape 91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4" name="Shape 914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5" name="Shape 915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6" name="Shape 916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7" name="Shape 917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8" name="Shape 918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9" name="Shape 919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0" name="Shape 920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1" name="Shape 921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2" name="Shape 92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3" name="Shape 92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4" name="Shape 924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5" name="Shape 925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6" name="Shape 926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7" name="Shape 927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8" name="Shape 928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9" name="Shape 929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0" name="Shape 930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1" name="Shape 931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2" name="Shape 93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3" name="Shape 93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4" name="Shape 934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5" name="Shape 935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6" name="Shape 936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7" name="Shape 937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8" name="Shape 938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9" name="Shape 939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940" name="Shape 940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941" name="Shape 941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2" name="Shape 94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3" name="Shape 94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4" name="Shape 944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5" name="Shape 945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6" name="Shape 946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7" name="Shape 947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8" name="Shape 948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9" name="Shape 949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0" name="Shape 950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1" name="Shape 951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2" name="Shape 95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3" name="Shape 95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4" name="Shape 954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5" name="Shape 955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6" name="Shape 956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7" name="Shape 957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8" name="Shape 958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9" name="Shape 959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0" name="Shape 960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1" name="Shape 961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2" name="Shape 96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3" name="Shape 96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4" name="Shape 964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5" name="Shape 965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6" name="Shape 966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7" name="Shape 967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8" name="Shape 968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9" name="Shape 969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0" name="Shape 970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1" name="Shape 971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2" name="Shape 97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3" name="Shape 97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4" name="Shape 974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5" name="Shape 975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6" name="Shape 976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7" name="Shape 977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8" name="Shape 978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9" name="Shape 979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0" name="Shape 980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1" name="Shape 981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2" name="Shape 98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3" name="Shape 98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4" name="Shape 984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5" name="Shape 985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6" name="Shape 986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7" name="Shape 987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8" name="Shape 988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9" name="Shape 989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0" name="Shape 990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1" name="Shape 991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2" name="Shape 99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3" name="Shape 99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4" name="Shape 994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5" name="Shape 995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6" name="Shape 996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7" name="Shape 997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8" name="Shape 998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9" name="Shape 999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0" name="Shape 1000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1" name="Shape 1001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2" name="Shape 100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3" name="Shape 100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4" name="Shape 1004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5" name="Shape 1005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6" name="Shape 1006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7" name="Shape 1007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8" name="Shape 1008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9" name="Shape 1009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0" name="Shape 1010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1" name="Shape 1011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2" name="Shape 101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3" name="Shape 101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4" name="Shape 1014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5" name="Shape 1015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6" name="Shape 1016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7" name="Shape 1017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8" name="Shape 1018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9" name="Shape 1019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0" name="Shape 1020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1" name="Shape 1021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2" name="Shape 102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3" name="Shape 102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4" name="Shape 1024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5" name="Shape 1025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6" name="Shape 1026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7" name="Shape 1027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8" name="Shape 1028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9" name="Shape 1029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0" name="Shape 1030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1" name="Shape 1031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2" name="Shape 103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3" name="Shape 103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4" name="Shape 1034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5" name="Shape 1035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6" name="Shape 1036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7" name="Shape 1037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8" name="Shape 1038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9" name="Shape 1039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0" name="Shape 1040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1" name="Shape 1041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2" name="Shape 104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3" name="Shape 104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bg>
      <p:bgPr>
        <a:solidFill>
          <a:srgbClr val="0B87A1"/>
        </a:solidFill>
        <a:effectLst/>
      </p:bgPr>
    </p:bg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Shape 1045"/>
          <p:cNvSpPr txBox="1">
            <a:spLocks noGrp="1"/>
          </p:cNvSpPr>
          <p:nvPr>
            <p:ph type="body" idx="1"/>
          </p:nvPr>
        </p:nvSpPr>
        <p:spPr>
          <a:xfrm>
            <a:off x="1278575" y="739550"/>
            <a:ext cx="4281000" cy="36924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rtl="0">
              <a:spcBef>
                <a:spcPts val="0"/>
              </a:spcBef>
              <a:buClr>
                <a:srgbClr val="FFFFFF"/>
              </a:buClr>
              <a:buSzPts val="3000"/>
              <a:buChar char="▪"/>
              <a:defRPr sz="3000" i="1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buSzPts val="3000"/>
              <a:buChar char="▫"/>
              <a:defRPr sz="3000" i="1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buSzPts val="3000"/>
              <a:buChar char="●"/>
              <a:defRPr sz="3000" i="1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buSzPts val="3000"/>
              <a:buChar char="○"/>
              <a:defRPr sz="3000" i="1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buSzPts val="3000"/>
              <a:buChar char="■"/>
              <a:defRPr sz="30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46" name="Shape 1046"/>
          <p:cNvSpPr txBox="1"/>
          <p:nvPr/>
        </p:nvSpPr>
        <p:spPr>
          <a:xfrm>
            <a:off x="659925" y="414075"/>
            <a:ext cx="752400" cy="653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en" sz="12000">
                <a:solidFill>
                  <a:srgbClr val="D3EBD5"/>
                </a:solidFill>
                <a:latin typeface="Dosis"/>
                <a:ea typeface="Dosis"/>
                <a:cs typeface="Dosis"/>
                <a:sym typeface="Dosis"/>
              </a:rPr>
              <a:t>“</a:t>
            </a:r>
          </a:p>
        </p:txBody>
      </p:sp>
      <p:grpSp>
        <p:nvGrpSpPr>
          <p:cNvPr id="1047" name="Shape 1047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048" name="Shape 1048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9" name="Shape 1049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0" name="Shape 1050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1" name="Shape 1051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2" name="Shape 105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3" name="Shape 1053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4" name="Shape 1054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5" name="Shape 1055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6" name="Shape 1056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7" name="Shape 1057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8" name="Shape 1058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9" name="Shape 1059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0" name="Shape 1060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1" name="Shape 1061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2" name="Shape 106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3" name="Shape 1063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4" name="Shape 1064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5" name="Shape 1065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6" name="Shape 1066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7" name="Shape 1067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8" name="Shape 1068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9" name="Shape 1069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0" name="Shape 1070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1" name="Shape 1071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2" name="Shape 107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3" name="Shape 1073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4" name="Shape 1074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5" name="Shape 1075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6" name="Shape 1076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7" name="Shape 1077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8" name="Shape 1078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9" name="Shape 1079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0" name="Shape 1080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1" name="Shape 1081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2" name="Shape 108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3" name="Shape 1083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4" name="Shape 1084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5" name="Shape 1085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6" name="Shape 1086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7" name="Shape 1087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8" name="Shape 1088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9" name="Shape 1089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0" name="Shape 1090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1" name="Shape 1091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2" name="Shape 109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3" name="Shape 1093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4" name="Shape 1094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5" name="Shape 1095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6" name="Shape 1096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7" name="Shape 1097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8" name="Shape 1098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99" name="Shape 1099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0" name="Shape 1100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1" name="Shape 1101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2" name="Shape 110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3" name="Shape 1103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4" name="Shape 1104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5" name="Shape 1105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6" name="Shape 1106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7" name="Shape 1107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8" name="Shape 1108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09" name="Shape 1109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0" name="Shape 1110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1" name="Shape 1111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2" name="Shape 111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3" name="Shape 1113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4" name="Shape 1114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5" name="Shape 1115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6" name="Shape 1116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7" name="Shape 1117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8" name="Shape 1118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19" name="Shape 1119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0" name="Shape 1120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1" name="Shape 1121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2" name="Shape 112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3" name="Shape 1123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4" name="Shape 1124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5" name="Shape 1125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6" name="Shape 1126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27" name="Shape 1127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03B5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1128" name="Shape 1128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1129" name="Shape 1129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0" name="Shape 1130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1" name="Shape 1131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2" name="Shape 113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3" name="Shape 1133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4" name="Shape 1134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5" name="Shape 1135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6" name="Shape 1136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7" name="Shape 1137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8" name="Shape 1138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39" name="Shape 1139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0" name="Shape 1140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1" name="Shape 1141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2" name="Shape 114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3" name="Shape 1143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4" name="Shape 1144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5" name="Shape 1145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6" name="Shape 1146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7" name="Shape 1147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8" name="Shape 1148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49" name="Shape 1149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0" name="Shape 1150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1" name="Shape 1151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2" name="Shape 115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3" name="Shape 1153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4" name="Shape 1154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5" name="Shape 1155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6" name="Shape 1156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7" name="Shape 1157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8" name="Shape 1158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59" name="Shape 1159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0" name="Shape 1160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1" name="Shape 1161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2" name="Shape 116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3" name="Shape 1163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4" name="Shape 1164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5" name="Shape 1165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6" name="Shape 1166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7" name="Shape 1167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8" name="Shape 1168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69" name="Shape 1169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0" name="Shape 1170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1" name="Shape 1171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2" name="Shape 117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3" name="Shape 1173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4" name="Shape 1174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5" name="Shape 1175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6" name="Shape 1176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7" name="Shape 1177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8" name="Shape 1178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79" name="Shape 1179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0" name="Shape 1180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1" name="Shape 1181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2" name="Shape 118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3" name="Shape 1183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4" name="Shape 1184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5" name="Shape 1185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6" name="Shape 1186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7" name="Shape 1187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8" name="Shape 1188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89" name="Shape 1189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0" name="Shape 1190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1" name="Shape 1191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2" name="Shape 119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3" name="Shape 1193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4" name="Shape 1194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5" name="Shape 1195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6" name="Shape 1196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7" name="Shape 1197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8" name="Shape 1198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199" name="Shape 1199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0" name="Shape 1200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1" name="Shape 1201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2" name="Shape 120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3" name="Shape 1203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4" name="Shape 1204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5" name="Shape 1205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6" name="Shape 1206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7" name="Shape 1207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8" name="Shape 1208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09" name="Shape 1209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0" name="Shape 1210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1" name="Shape 1211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2" name="Shape 121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3" name="Shape 1213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4" name="Shape 1214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5" name="Shape 1215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6" name="Shape 1216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7" name="Shape 1217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8" name="Shape 1218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19" name="Shape 1219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0" name="Shape 1220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1" name="Shape 1221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2" name="Shape 122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3" name="Shape 1223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4" name="Shape 1224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5" name="Shape 1225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6" name="Shape 1226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7" name="Shape 1227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8" name="Shape 1228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29" name="Shape 1229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0" name="Shape 1230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1" name="Shape 1231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2" name="Shape 123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3" name="Shape 1233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4" name="Shape 1234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5" name="Shape 1235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6" name="Shape 1236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7" name="Shape 1237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8" name="Shape 1238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39" name="Shape 1239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0" name="Shape 1240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1" name="Shape 1241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2" name="Shape 124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3" name="Shape 1243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4" name="Shape 1244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5" name="Shape 1245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6" name="Shape 1246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47" name="Shape 1247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1248" name="Shape 1248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1249" name="Shape 1249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0" name="Shape 1250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1" name="Shape 1251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2" name="Shape 125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3" name="Shape 1253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4" name="Shape 1254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5" name="Shape 1255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6" name="Shape 1256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7" name="Shape 1257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8" name="Shape 1258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59" name="Shape 1259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0" name="Shape 1260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1" name="Shape 1261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2" name="Shape 126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3" name="Shape 1263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4" name="Shape 1264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5" name="Shape 1265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6" name="Shape 1266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7" name="Shape 1267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8" name="Shape 1268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69" name="Shape 1269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0" name="Shape 1270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1" name="Shape 1271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2" name="Shape 127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3" name="Shape 1273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4" name="Shape 1274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5" name="Shape 1275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6" name="Shape 1276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7" name="Shape 1277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8" name="Shape 1278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79" name="Shape 1279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0" name="Shape 1280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1" name="Shape 1281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2" name="Shape 128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3" name="Shape 1283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4" name="Shape 1284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5" name="Shape 1285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6" name="Shape 1286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7" name="Shape 1287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8" name="Shape 1288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89" name="Shape 1289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0" name="Shape 1290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1" name="Shape 1291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2" name="Shape 129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3" name="Shape 1293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4" name="Shape 1294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5" name="Shape 1295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6" name="Shape 1296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7" name="Shape 1297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8" name="Shape 1298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9" name="Shape 1299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0" name="Shape 1300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1" name="Shape 1301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2" name="Shape 130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3" name="Shape 1303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4" name="Shape 1304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5" name="Shape 1305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6" name="Shape 1306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7" name="Shape 1307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8" name="Shape 1308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9" name="Shape 1309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0" name="Shape 1310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1" name="Shape 1311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2" name="Shape 131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3" name="Shape 1313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4" name="Shape 1314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5" name="Shape 1315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6" name="Shape 1316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7" name="Shape 1317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8" name="Shape 1318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9" name="Shape 1319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0" name="Shape 1320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1" name="Shape 1321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2" name="Shape 132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3" name="Shape 1323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4" name="Shape 1324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5" name="Shape 1325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6" name="Shape 1326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7" name="Shape 1327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8" name="Shape 1328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9" name="Shape 1329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0" name="Shape 1330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1" name="Shape 1331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2" name="Shape 133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3" name="Shape 1333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4" name="Shape 1334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5" name="Shape 1335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6" name="Shape 1336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7" name="Shape 1337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8" name="Shape 1338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9" name="Shape 1339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0" name="Shape 1340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1" name="Shape 1341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2" name="Shape 134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3" name="Shape 1343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4" name="Shape 1344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5" name="Shape 1345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6" name="Shape 1346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7" name="Shape 1347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8" name="Shape 1348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9" name="Shape 1349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0" name="Shape 1350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1" name="Shape 1351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2" name="Shape 135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3" name="Shape 1353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4" name="Shape 1354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5" name="Shape 1355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6" name="Shape 1356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7" name="Shape 1357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8" name="Shape 1358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9" name="Shape 1359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0" name="Shape 1360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1" name="Shape 1361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2" name="Shape 136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3" name="Shape 1363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4" name="Shape 1364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5" name="Shape 1365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6" name="Shape 1366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7" name="Shape 1367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8" name="Shape 1368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9" name="Shape 1369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0" name="Shape 1370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1" name="Shape 1371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2" name="Shape 137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3" name="Shape 1373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4" name="Shape 1374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5" name="Shape 1375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6" name="Shape 1376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7" name="Shape 1377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8" name="Shape 1378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9" name="Shape 1379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0" name="Shape 1380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1" name="Shape 1381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2" name="Shape 138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3" name="Shape 1383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4" name="Shape 1384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5" name="Shape 1385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6" name="Shape 1386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7" name="Shape 1387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8" name="Shape 1388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9" name="Shape 1389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0" name="Shape 1390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1" name="Shape 1391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2" name="Shape 139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3" name="Shape 1393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4" name="Shape 1394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5" name="Shape 1395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6" name="Shape 1396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7" name="Shape 1397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8" name="Shape 1398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9" name="Shape 1399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0" name="Shape 1400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1" name="Shape 1401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2" name="Shape 140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3" name="Shape 1403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4" name="Shape 1404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5" name="Shape 1405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6" name="Shape 1406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7" name="Shape 1407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8" name="Shape 1408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9" name="Shape 1409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0" name="Shape 1410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1" name="Shape 1411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2" name="Shape 141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3" name="Shape 1413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4" name="Shape 1414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5" name="Shape 1415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6" name="Shape 1416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7" name="Shape 1417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8" name="Shape 1418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9" name="Shape 1419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0" name="Shape 1420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1" name="Shape 1421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2" name="Shape 142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3" name="Shape 1423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4" name="Shape 1424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5" name="Shape 1425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6" name="Shape 1426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7" name="Shape 1427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8" name="Shape 1428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9" name="Shape 1429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0" name="Shape 1430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1" name="Shape 1431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2" name="Shape 143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3" name="Shape 1433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4" name="Shape 1434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5" name="Shape 1435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6" name="Shape 1436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7" name="Shape 1437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8" name="Shape 1438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9" name="Shape 1439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0" name="Shape 1440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1" name="Shape 1441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2" name="Shape 144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3" name="Shape 1443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4" name="Shape 1444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5" name="Shape 1445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6" name="Shape 1446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7" name="Shape 1447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8" name="Shape 1448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9" name="Shape 1449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0" name="Shape 1450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1" name="Shape 1451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2" name="Shape 145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3" name="Shape 1453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4" name="Shape 1454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5" name="Shape 1455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6" name="Shape 1456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7" name="Shape 1457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1458" name="Shape 1458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1459" name="Shape 1459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0" name="Shape 1460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1" name="Shape 1461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2" name="Shape 146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3" name="Shape 1463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4" name="Shape 1464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5" name="Shape 1465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6" name="Shape 1466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7" name="Shape 1467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8" name="Shape 1468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9" name="Shape 1469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0" name="Shape 1470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1" name="Shape 1471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2" name="Shape 147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3" name="Shape 1473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4" name="Shape 1474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5" name="Shape 1475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6" name="Shape 1476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7" name="Shape 1477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8" name="Shape 1478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9" name="Shape 1479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0" name="Shape 1480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1" name="Shape 1481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2" name="Shape 148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3" name="Shape 1483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4" name="Shape 1484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5" name="Shape 1485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6" name="Shape 1486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7" name="Shape 1487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8" name="Shape 1488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9" name="Shape 1489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0" name="Shape 1490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1" name="Shape 1491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2" name="Shape 149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3" name="Shape 1493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4" name="Shape 1494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5" name="Shape 1495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6" name="Shape 1496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7" name="Shape 1497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8" name="Shape 1498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9" name="Shape 1499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0" name="Shape 1500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1" name="Shape 1501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2" name="Shape 150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3" name="Shape 1503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4" name="Shape 1504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5" name="Shape 1505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6" name="Shape 1506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7" name="Shape 1507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8" name="Shape 1508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9" name="Shape 1509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0" name="Shape 1510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1" name="Shape 1511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2" name="Shape 151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3" name="Shape 1513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4" name="Shape 1514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5" name="Shape 1515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6" name="Shape 1516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7" name="Shape 1517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8" name="Shape 1518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9" name="Shape 1519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0" name="Shape 1520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1" name="Shape 1521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2" name="Shape 152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3" name="Shape 1523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4" name="Shape 1524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5" name="Shape 1525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6" name="Shape 1526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7" name="Shape 1527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8" name="Shape 1528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9" name="Shape 1529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0" name="Shape 1530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1" name="Shape 1531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2" name="Shape 153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3" name="Shape 1533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4" name="Shape 1534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5" name="Shape 1535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6" name="Shape 1536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7" name="Shape 1537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8" name="Shape 1538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39" name="Shape 1539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0" name="Shape 1540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1" name="Shape 1541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2" name="Shape 154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3" name="Shape 1543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4" name="Shape 1544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5" name="Shape 1545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6" name="Shape 1546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7" name="Shape 1547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8" name="Shape 1548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49" name="Shape 1549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0" name="Shape 1550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1" name="Shape 1551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2" name="Shape 155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3" name="Shape 1553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4" name="Shape 1554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5" name="Shape 1555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6" name="Shape 1556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7" name="Shape 1557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8" name="Shape 1558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59" name="Shape 1559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0" name="Shape 1560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1" name="Shape 1561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562" name="Shape 1562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 lang="e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Shape 1564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ts val="3600"/>
              <a:buNone/>
              <a:defRPr/>
            </a:lvl1pPr>
            <a:lvl2pPr lvl="1">
              <a:spcBef>
                <a:spcPts val="0"/>
              </a:spcBef>
              <a:buSzPts val="3600"/>
              <a:buNone/>
              <a:defRPr/>
            </a:lvl2pPr>
            <a:lvl3pPr lvl="2">
              <a:spcBef>
                <a:spcPts val="0"/>
              </a:spcBef>
              <a:buSzPts val="3600"/>
              <a:buNone/>
              <a:defRPr/>
            </a:lvl3pPr>
            <a:lvl4pPr lvl="3">
              <a:spcBef>
                <a:spcPts val="0"/>
              </a:spcBef>
              <a:buSzPts val="3600"/>
              <a:buNone/>
              <a:defRPr/>
            </a:lvl4pPr>
            <a:lvl5pPr lvl="4">
              <a:spcBef>
                <a:spcPts val="0"/>
              </a:spcBef>
              <a:buSzPts val="3600"/>
              <a:buNone/>
              <a:defRPr/>
            </a:lvl5pPr>
            <a:lvl6pPr lvl="5">
              <a:spcBef>
                <a:spcPts val="0"/>
              </a:spcBef>
              <a:buSzPts val="3600"/>
              <a:buNone/>
              <a:defRPr/>
            </a:lvl6pPr>
            <a:lvl7pPr lvl="6">
              <a:spcBef>
                <a:spcPts val="0"/>
              </a:spcBef>
              <a:buSzPts val="3600"/>
              <a:buNone/>
              <a:defRPr/>
            </a:lvl7pPr>
            <a:lvl8pPr lvl="7">
              <a:spcBef>
                <a:spcPts val="0"/>
              </a:spcBef>
              <a:buSzPts val="3600"/>
              <a:buNone/>
              <a:defRPr/>
            </a:lvl8pPr>
            <a:lvl9pPr lvl="8">
              <a:spcBef>
                <a:spcPts val="0"/>
              </a:spcBef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65" name="Shape 156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2400"/>
              <a:buChar char="▪"/>
              <a:defRPr/>
            </a:lvl1pPr>
            <a:lvl2pPr lvl="1">
              <a:spcBef>
                <a:spcPts val="0"/>
              </a:spcBef>
              <a:buSzPts val="2400"/>
              <a:buChar char="▫"/>
              <a:defRPr/>
            </a:lvl2pPr>
            <a:lvl3pPr lvl="2">
              <a:spcBef>
                <a:spcPts val="0"/>
              </a:spcBef>
              <a:buSzPts val="2400"/>
              <a:buChar char="▫"/>
              <a:defRPr/>
            </a:lvl3pPr>
            <a:lvl4pPr lvl="3">
              <a:spcBef>
                <a:spcPts val="0"/>
              </a:spcBef>
              <a:buSzPts val="2400"/>
              <a:buChar char="▫"/>
              <a:defRPr/>
            </a:lvl4pPr>
            <a:lvl5pPr lvl="4">
              <a:spcBef>
                <a:spcPts val="0"/>
              </a:spcBef>
              <a:buSzPts val="2400"/>
              <a:buChar char="▫"/>
              <a:defRPr/>
            </a:lvl5pPr>
            <a:lvl6pPr lvl="5">
              <a:spcBef>
                <a:spcPts val="0"/>
              </a:spcBef>
              <a:buSzPts val="2400"/>
              <a:buChar char="▫"/>
              <a:defRPr/>
            </a:lvl6pPr>
            <a:lvl7pPr lvl="6">
              <a:spcBef>
                <a:spcPts val="0"/>
              </a:spcBef>
              <a:buSzPts val="2400"/>
              <a:buChar char="●"/>
              <a:defRPr/>
            </a:lvl7pPr>
            <a:lvl8pPr lvl="7">
              <a:spcBef>
                <a:spcPts val="0"/>
              </a:spcBef>
              <a:buSzPts val="2400"/>
              <a:buChar char="○"/>
              <a:defRPr/>
            </a:lvl8pPr>
            <a:lvl9pPr lvl="8">
              <a:spcBef>
                <a:spcPts val="0"/>
              </a:spcBef>
              <a:buSzPts val="2400"/>
              <a:buChar char="■"/>
              <a:defRPr/>
            </a:lvl9pPr>
          </a:lstStyle>
          <a:p>
            <a:endParaRPr/>
          </a:p>
        </p:txBody>
      </p:sp>
      <p:grpSp>
        <p:nvGrpSpPr>
          <p:cNvPr id="1566" name="Shape 1566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Shape 1567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8" name="Shape 1568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69" name="Shape 1569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0" name="Shape 1570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1" name="Shape 1571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2" name="Shape 1572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3" name="Shape 1573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4" name="Shape 1574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5" name="Shape 157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6" name="Shape 1576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7" name="Shape 1577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8" name="Shape 1578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79" name="Shape 1579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0" name="Shape 1580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1" name="Shape 1581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2" name="Shape 1582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3" name="Shape 1583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4" name="Shape 1584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5" name="Shape 158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6" name="Shape 1586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7" name="Shape 1587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8" name="Shape 1588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89" name="Shape 1589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0" name="Shape 1590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1" name="Shape 1591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2" name="Shape 1592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3" name="Shape 1593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4" name="Shape 1594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5" name="Shape 159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6" name="Shape 1596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7" name="Shape 1597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8" name="Shape 1598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99" name="Shape 1599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0" name="Shape 1600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1" name="Shape 1601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2" name="Shape 1602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3" name="Shape 1603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4" name="Shape 1604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5" name="Shape 160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6" name="Shape 1606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7" name="Shape 1607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8" name="Shape 1608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09" name="Shape 1609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0" name="Shape 1610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1" name="Shape 1611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2" name="Shape 1612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3" name="Shape 1613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4" name="Shape 1614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5" name="Shape 161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6" name="Shape 1616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7" name="Shape 1617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8" name="Shape 1618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19" name="Shape 1619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0" name="Shape 1620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1" name="Shape 1621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2" name="Shape 1622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3" name="Shape 1623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1624" name="Shape 1624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Shape 162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6" name="Shape 1626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7" name="Shape 1627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8" name="Shape 1628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29" name="Shape 1629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0" name="Shape 1630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1" name="Shape 1631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2" name="Shape 1632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3" name="Shape 1633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4" name="Shape 1634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5" name="Shape 163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6" name="Shape 1636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7" name="Shape 1637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8" name="Shape 1638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39" name="Shape 1639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0" name="Shape 1640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1" name="Shape 1641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2" name="Shape 1642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3" name="Shape 1643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4" name="Shape 1644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5" name="Shape 164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6" name="Shape 1646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7" name="Shape 1647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8" name="Shape 1648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49" name="Shape 1649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0" name="Shape 1650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1" name="Shape 1651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2" name="Shape 1652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3" name="Shape 1653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4" name="Shape 1654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5" name="Shape 165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6" name="Shape 1656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7" name="Shape 1657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8" name="Shape 1658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59" name="Shape 1659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0" name="Shape 1660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1" name="Shape 1661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2" name="Shape 1662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3" name="Shape 1663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4" name="Shape 1664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5" name="Shape 166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6" name="Shape 1666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7" name="Shape 1667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8" name="Shape 1668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69" name="Shape 1669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0" name="Shape 1670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1" name="Shape 1671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2" name="Shape 1672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3" name="Shape 1673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4" name="Shape 1674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5" name="Shape 167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6" name="Shape 1676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7" name="Shape 1677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8" name="Shape 1678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79" name="Shape 1679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0" name="Shape 1680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1" name="Shape 1681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2" name="Shape 1682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3" name="Shape 1683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4" name="Shape 1684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5" name="Shape 168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6" name="Shape 1686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1687" name="Shape 1687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Shape 1688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89" name="Shape 1689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0" name="Shape 1690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1" name="Shape 1691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2" name="Shape 1692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3" name="Shape 1693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4" name="Shape 1694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5" name="Shape 169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6" name="Shape 1696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7" name="Shape 1697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8" name="Shape 1698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699" name="Shape 1699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0" name="Shape 1700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1" name="Shape 1701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2" name="Shape 1702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3" name="Shape 1703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4" name="Shape 1704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5" name="Shape 170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6" name="Shape 1706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7" name="Shape 1707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8" name="Shape 1708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09" name="Shape 1709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0" name="Shape 1710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1" name="Shape 1711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2" name="Shape 1712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3" name="Shape 1713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4" name="Shape 1714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5" name="Shape 171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6" name="Shape 1716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7" name="Shape 1717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8" name="Shape 1718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9" name="Shape 1719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0" name="Shape 1720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1" name="Shape 1721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2" name="Shape 1722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3" name="Shape 1723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4" name="Shape 1724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5" name="Shape 172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6" name="Shape 1726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7" name="Shape 1727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8" name="Shape 1728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9" name="Shape 1729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0" name="Shape 1730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1" name="Shape 1731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2" name="Shape 1732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3" name="Shape 1733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4" name="Shape 1734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5" name="Shape 173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6" name="Shape 1736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7" name="Shape 1737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8" name="Shape 1738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9" name="Shape 1739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0" name="Shape 1740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1" name="Shape 1741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2" name="Shape 1742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3" name="Shape 1743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4" name="Shape 1744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5" name="Shape 174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6" name="Shape 1746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7" name="Shape 1747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8" name="Shape 1748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9" name="Shape 1749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0" name="Shape 1750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1" name="Shape 1751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2" name="Shape 1752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3" name="Shape 1753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4" name="Shape 1754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5" name="Shape 175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6" name="Shape 1756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7" name="Shape 1757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8" name="Shape 1758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9" name="Shape 1759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0" name="Shape 1760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1" name="Shape 1761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2" name="Shape 1762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3" name="Shape 1763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4" name="Shape 1764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5" name="Shape 176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6" name="Shape 1766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7" name="Shape 1767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8" name="Shape 1768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9" name="Shape 1769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0" name="Shape 1770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1" name="Shape 1771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2" name="Shape 1772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3" name="Shape 1773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4" name="Shape 1774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5" name="Shape 177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6" name="Shape 1776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7" name="Shape 1777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8" name="Shape 1778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9" name="Shape 1779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0" name="Shape 1780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1" name="Shape 1781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2" name="Shape 1782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3" name="Shape 1783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4" name="Shape 1784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5" name="Shape 178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6" name="Shape 1786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7" name="Shape 1787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8" name="Shape 1788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1789" name="Shape 1789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Shape 1790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1" name="Shape 1791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2" name="Shape 1792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3" name="Shape 1793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4" name="Shape 1794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5" name="Shape 179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6" name="Shape 1796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7" name="Shape 1797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8" name="Shape 1798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9" name="Shape 1799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0" name="Shape 1800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1" name="Shape 1801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2" name="Shape 1802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3" name="Shape 1803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4" name="Shape 1804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5" name="Shape 180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6" name="Shape 1806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7" name="Shape 1807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8" name="Shape 1808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9" name="Shape 1809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0" name="Shape 1810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1" name="Shape 1811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2" name="Shape 1812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3" name="Shape 1813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4" name="Shape 1814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5" name="Shape 181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6" name="Shape 1816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7" name="Shape 1817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8" name="Shape 1818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9" name="Shape 1819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0" name="Shape 1820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1" name="Shape 1821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2" name="Shape 1822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3" name="Shape 1823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4" name="Shape 1824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5" name="Shape 182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6" name="Shape 1826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7" name="Shape 1827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8" name="Shape 1828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9" name="Shape 1829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0" name="Shape 1830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1" name="Shape 1831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2" name="Shape 1832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3" name="Shape 1833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4" name="Shape 1834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5" name="Shape 183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6" name="Shape 1836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7" name="Shape 1837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8" name="Shape 1838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9" name="Shape 1839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840" name="Shape 1840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Shape 1842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ts val="3600"/>
              <a:buNone/>
              <a:defRPr/>
            </a:lvl1pPr>
            <a:lvl2pPr lvl="1">
              <a:spcBef>
                <a:spcPts val="0"/>
              </a:spcBef>
              <a:buSzPts val="3600"/>
              <a:buNone/>
              <a:defRPr/>
            </a:lvl2pPr>
            <a:lvl3pPr lvl="2">
              <a:spcBef>
                <a:spcPts val="0"/>
              </a:spcBef>
              <a:buSzPts val="3600"/>
              <a:buNone/>
              <a:defRPr/>
            </a:lvl3pPr>
            <a:lvl4pPr lvl="3">
              <a:spcBef>
                <a:spcPts val="0"/>
              </a:spcBef>
              <a:buSzPts val="3600"/>
              <a:buNone/>
              <a:defRPr/>
            </a:lvl4pPr>
            <a:lvl5pPr lvl="4">
              <a:spcBef>
                <a:spcPts val="0"/>
              </a:spcBef>
              <a:buSzPts val="3600"/>
              <a:buNone/>
              <a:defRPr/>
            </a:lvl5pPr>
            <a:lvl6pPr lvl="5">
              <a:spcBef>
                <a:spcPts val="0"/>
              </a:spcBef>
              <a:buSzPts val="3600"/>
              <a:buNone/>
              <a:defRPr/>
            </a:lvl6pPr>
            <a:lvl7pPr lvl="6">
              <a:spcBef>
                <a:spcPts val="0"/>
              </a:spcBef>
              <a:buSzPts val="3600"/>
              <a:buNone/>
              <a:defRPr/>
            </a:lvl7pPr>
            <a:lvl8pPr lvl="7">
              <a:spcBef>
                <a:spcPts val="0"/>
              </a:spcBef>
              <a:buSzPts val="3600"/>
              <a:buNone/>
              <a:defRPr/>
            </a:lvl8pPr>
            <a:lvl9pPr lvl="8">
              <a:spcBef>
                <a:spcPts val="0"/>
              </a:spcBef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843" name="Shape 1843"/>
          <p:cNvSpPr txBox="1">
            <a:spLocks noGrp="1"/>
          </p:cNvSpPr>
          <p:nvPr>
            <p:ph type="body" idx="1"/>
          </p:nvPr>
        </p:nvSpPr>
        <p:spPr>
          <a:xfrm>
            <a:off x="718300" y="1762650"/>
            <a:ext cx="3242400" cy="3087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800"/>
              <a:buChar char="▪"/>
              <a:defRPr sz="1800"/>
            </a:lvl1pPr>
            <a:lvl2pPr lvl="1">
              <a:spcBef>
                <a:spcPts val="0"/>
              </a:spcBef>
              <a:buSzPts val="1800"/>
              <a:buChar char="▫"/>
              <a:defRPr sz="1800"/>
            </a:lvl2pPr>
            <a:lvl3pPr lvl="2">
              <a:spcBef>
                <a:spcPts val="0"/>
              </a:spcBef>
              <a:buSzPts val="1800"/>
              <a:buChar char="▫"/>
              <a:defRPr sz="1800"/>
            </a:lvl3pPr>
            <a:lvl4pPr lvl="3">
              <a:spcBef>
                <a:spcPts val="0"/>
              </a:spcBef>
              <a:buSzPts val="1800"/>
              <a:buChar char="▫"/>
              <a:defRPr sz="1800"/>
            </a:lvl4pPr>
            <a:lvl5pPr lvl="4">
              <a:spcBef>
                <a:spcPts val="0"/>
              </a:spcBef>
              <a:buSzPts val="1800"/>
              <a:buChar char="▫"/>
              <a:defRPr sz="1800"/>
            </a:lvl5pPr>
            <a:lvl6pPr lvl="5">
              <a:spcBef>
                <a:spcPts val="0"/>
              </a:spcBef>
              <a:buSzPts val="1800"/>
              <a:buChar char="▫"/>
              <a:defRPr sz="1800"/>
            </a:lvl6pPr>
            <a:lvl7pPr lvl="6">
              <a:spcBef>
                <a:spcPts val="0"/>
              </a:spcBef>
              <a:buSzPts val="1800"/>
              <a:buChar char="●"/>
              <a:defRPr sz="1800"/>
            </a:lvl7pPr>
            <a:lvl8pPr lvl="7">
              <a:spcBef>
                <a:spcPts val="0"/>
              </a:spcBef>
              <a:buSzPts val="1800"/>
              <a:buChar char="○"/>
              <a:defRPr sz="1800"/>
            </a:lvl8pPr>
            <a:lvl9pPr lvl="8">
              <a:spcBef>
                <a:spcPts val="0"/>
              </a:spcBef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844" name="Shape 1844"/>
          <p:cNvSpPr txBox="1">
            <a:spLocks noGrp="1"/>
          </p:cNvSpPr>
          <p:nvPr>
            <p:ph type="body" idx="2"/>
          </p:nvPr>
        </p:nvSpPr>
        <p:spPr>
          <a:xfrm>
            <a:off x="4156071" y="1762650"/>
            <a:ext cx="3242400" cy="3087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ts val="1800"/>
              <a:buChar char="▪"/>
              <a:defRPr sz="1800"/>
            </a:lvl1pPr>
            <a:lvl2pPr lvl="1">
              <a:spcBef>
                <a:spcPts val="0"/>
              </a:spcBef>
              <a:buSzPts val="1800"/>
              <a:buChar char="▫"/>
              <a:defRPr sz="1800"/>
            </a:lvl2pPr>
            <a:lvl3pPr lvl="2">
              <a:spcBef>
                <a:spcPts val="0"/>
              </a:spcBef>
              <a:buSzPts val="1800"/>
              <a:buChar char="▫"/>
              <a:defRPr sz="1800"/>
            </a:lvl3pPr>
            <a:lvl4pPr lvl="3">
              <a:spcBef>
                <a:spcPts val="0"/>
              </a:spcBef>
              <a:buSzPts val="1800"/>
              <a:buChar char="▫"/>
              <a:defRPr sz="1800"/>
            </a:lvl4pPr>
            <a:lvl5pPr lvl="4">
              <a:spcBef>
                <a:spcPts val="0"/>
              </a:spcBef>
              <a:buSzPts val="1800"/>
              <a:buChar char="▫"/>
              <a:defRPr sz="1800"/>
            </a:lvl5pPr>
            <a:lvl6pPr lvl="5">
              <a:spcBef>
                <a:spcPts val="0"/>
              </a:spcBef>
              <a:buSzPts val="1800"/>
              <a:buChar char="▫"/>
              <a:defRPr sz="1800"/>
            </a:lvl6pPr>
            <a:lvl7pPr lvl="6">
              <a:spcBef>
                <a:spcPts val="0"/>
              </a:spcBef>
              <a:buSzPts val="1800"/>
              <a:buChar char="●"/>
              <a:defRPr sz="1800"/>
            </a:lvl7pPr>
            <a:lvl8pPr lvl="7">
              <a:spcBef>
                <a:spcPts val="0"/>
              </a:spcBef>
              <a:buSzPts val="1800"/>
              <a:buChar char="○"/>
              <a:defRPr sz="1800"/>
            </a:lvl8pPr>
            <a:lvl9pPr lvl="8">
              <a:spcBef>
                <a:spcPts val="0"/>
              </a:spcBef>
              <a:buSzPts val="1800"/>
              <a:buChar char="■"/>
              <a:defRPr sz="1800"/>
            </a:lvl9pPr>
          </a:lstStyle>
          <a:p>
            <a:endParaRPr/>
          </a:p>
        </p:txBody>
      </p:sp>
      <p:grpSp>
        <p:nvGrpSpPr>
          <p:cNvPr id="1845" name="Shape 184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846" name="Shape 1846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47" name="Shape 1847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48" name="Shape 1848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49" name="Shape 1849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0" name="Shape 1850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1" name="Shape 1851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2" name="Shape 1852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3" name="Shape 1853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4" name="Shape 1854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5" name="Shape 185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6" name="Shape 1856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7" name="Shape 1857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8" name="Shape 1858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9" name="Shape 1859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0" name="Shape 1860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1" name="Shape 1861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2" name="Shape 1862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3" name="Shape 1863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4" name="Shape 1864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5" name="Shape 186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6" name="Shape 1866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7" name="Shape 1867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8" name="Shape 1868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9" name="Shape 1869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0" name="Shape 1870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1" name="Shape 1871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2" name="Shape 1872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3" name="Shape 1873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4" name="Shape 1874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5" name="Shape 187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6" name="Shape 1876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7" name="Shape 1877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8" name="Shape 1878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9" name="Shape 1879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0" name="Shape 1880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1" name="Shape 1881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2" name="Shape 1882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3" name="Shape 1883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4" name="Shape 1884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5" name="Shape 188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6" name="Shape 1886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7" name="Shape 1887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8" name="Shape 1888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9" name="Shape 1889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0" name="Shape 1890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1" name="Shape 1891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2" name="Shape 1892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3" name="Shape 1893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4" name="Shape 1894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5" name="Shape 189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6" name="Shape 1896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7" name="Shape 1897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8" name="Shape 1898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9" name="Shape 1899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00" name="Shape 1900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01" name="Shape 1901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02" name="Shape 1902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1903" name="Shape 1903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904" name="Shape 1904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05" name="Shape 190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06" name="Shape 1906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07" name="Shape 1907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08" name="Shape 1908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09" name="Shape 1909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0" name="Shape 1910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1" name="Shape 1911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2" name="Shape 1912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3" name="Shape 1913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4" name="Shape 1914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5" name="Shape 191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6" name="Shape 1916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7" name="Shape 1917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8" name="Shape 1918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9" name="Shape 1919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0" name="Shape 1920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1" name="Shape 1921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2" name="Shape 1922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3" name="Shape 1923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4" name="Shape 1924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5" name="Shape 192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6" name="Shape 1926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7" name="Shape 1927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8" name="Shape 1928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9" name="Shape 1929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0" name="Shape 1930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1" name="Shape 1931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2" name="Shape 1932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3" name="Shape 1933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4" name="Shape 1934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5" name="Shape 193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6" name="Shape 1936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7" name="Shape 1937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8" name="Shape 1938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9" name="Shape 1939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0" name="Shape 1940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1" name="Shape 1941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2" name="Shape 1942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3" name="Shape 1943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4" name="Shape 1944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5" name="Shape 194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6" name="Shape 1946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7" name="Shape 1947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8" name="Shape 1948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9" name="Shape 1949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50" name="Shape 1950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51" name="Shape 1951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52" name="Shape 1952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53" name="Shape 1953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54" name="Shape 1954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55" name="Shape 195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56" name="Shape 1956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57" name="Shape 1957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58" name="Shape 1958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59" name="Shape 1959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60" name="Shape 1960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61" name="Shape 1961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62" name="Shape 1962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63" name="Shape 1963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64" name="Shape 1964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65" name="Shape 196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1966" name="Shape 1966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967" name="Shape 1967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68" name="Shape 1968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69" name="Shape 1969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70" name="Shape 1970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71" name="Shape 1971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72" name="Shape 1972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73" name="Shape 1973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74" name="Shape 1974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75" name="Shape 197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76" name="Shape 1976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77" name="Shape 1977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78" name="Shape 1978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79" name="Shape 1979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80" name="Shape 1980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81" name="Shape 1981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82" name="Shape 1982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83" name="Shape 1983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84" name="Shape 1984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85" name="Shape 198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86" name="Shape 1986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87" name="Shape 1987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88" name="Shape 1988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89" name="Shape 1989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90" name="Shape 1990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91" name="Shape 1991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92" name="Shape 1992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93" name="Shape 1993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94" name="Shape 1994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95" name="Shape 199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96" name="Shape 1996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97" name="Shape 1997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98" name="Shape 1998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99" name="Shape 1999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00" name="Shape 2000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01" name="Shape 2001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02" name="Shape 2002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03" name="Shape 2003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04" name="Shape 2004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05" name="Shape 200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06" name="Shape 2006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07" name="Shape 2007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08" name="Shape 2008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09" name="Shape 2009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10" name="Shape 2010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11" name="Shape 2011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12" name="Shape 2012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13" name="Shape 2013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14" name="Shape 2014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15" name="Shape 201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16" name="Shape 2016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17" name="Shape 2017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18" name="Shape 2018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19" name="Shape 2019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20" name="Shape 2020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21" name="Shape 2021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22" name="Shape 2022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23" name="Shape 2023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24" name="Shape 2024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25" name="Shape 202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26" name="Shape 2026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27" name="Shape 2027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28" name="Shape 2028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29" name="Shape 2029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30" name="Shape 2030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31" name="Shape 2031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32" name="Shape 2032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33" name="Shape 2033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34" name="Shape 2034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35" name="Shape 203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36" name="Shape 2036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37" name="Shape 2037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38" name="Shape 2038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39" name="Shape 2039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40" name="Shape 2040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41" name="Shape 2041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42" name="Shape 2042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43" name="Shape 2043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44" name="Shape 2044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45" name="Shape 204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46" name="Shape 2046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47" name="Shape 2047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48" name="Shape 2048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49" name="Shape 2049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50" name="Shape 2050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51" name="Shape 2051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52" name="Shape 2052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53" name="Shape 2053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54" name="Shape 2054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55" name="Shape 205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56" name="Shape 2056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57" name="Shape 2057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58" name="Shape 2058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59" name="Shape 2059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60" name="Shape 2060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61" name="Shape 2061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62" name="Shape 2062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63" name="Shape 2063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64" name="Shape 2064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65" name="Shape 206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66" name="Shape 2066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67" name="Shape 2067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2068" name="Shape 2068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069" name="Shape 2069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70" name="Shape 2070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71" name="Shape 2071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72" name="Shape 2072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73" name="Shape 2073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74" name="Shape 2074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75" name="Shape 207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76" name="Shape 2076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77" name="Shape 2077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78" name="Shape 2078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79" name="Shape 2079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80" name="Shape 2080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81" name="Shape 2081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82" name="Shape 2082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83" name="Shape 2083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84" name="Shape 2084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85" name="Shape 208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86" name="Shape 2086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87" name="Shape 2087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88" name="Shape 2088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89" name="Shape 2089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0" name="Shape 2090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1" name="Shape 2091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2" name="Shape 2092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3" name="Shape 2093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4" name="Shape 2094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5" name="Shape 209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6" name="Shape 2096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7" name="Shape 2097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8" name="Shape 2098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099" name="Shape 2099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0" name="Shape 2100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1" name="Shape 2101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2" name="Shape 2102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3" name="Shape 2103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4" name="Shape 2104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5" name="Shape 210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6" name="Shape 2106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7" name="Shape 2107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8" name="Shape 2108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09" name="Shape 2109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10" name="Shape 2110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11" name="Shape 2111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12" name="Shape 2112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13" name="Shape 2113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14" name="Shape 2114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15" name="Shape 211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16" name="Shape 2116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17" name="Shape 2117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118" name="Shape 2118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2119" name="Shape 2119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Shape 240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ts val="3600"/>
              <a:buNone/>
              <a:defRPr/>
            </a:lvl1pPr>
            <a:lvl2pPr lvl="1">
              <a:spcBef>
                <a:spcPts val="0"/>
              </a:spcBef>
              <a:buSzPts val="3600"/>
              <a:buNone/>
              <a:defRPr/>
            </a:lvl2pPr>
            <a:lvl3pPr lvl="2">
              <a:spcBef>
                <a:spcPts val="0"/>
              </a:spcBef>
              <a:buSzPts val="3600"/>
              <a:buNone/>
              <a:defRPr/>
            </a:lvl3pPr>
            <a:lvl4pPr lvl="3">
              <a:spcBef>
                <a:spcPts val="0"/>
              </a:spcBef>
              <a:buSzPts val="3600"/>
              <a:buNone/>
              <a:defRPr/>
            </a:lvl4pPr>
            <a:lvl5pPr lvl="4">
              <a:spcBef>
                <a:spcPts val="0"/>
              </a:spcBef>
              <a:buSzPts val="3600"/>
              <a:buNone/>
              <a:defRPr/>
            </a:lvl5pPr>
            <a:lvl6pPr lvl="5">
              <a:spcBef>
                <a:spcPts val="0"/>
              </a:spcBef>
              <a:buSzPts val="3600"/>
              <a:buNone/>
              <a:defRPr/>
            </a:lvl6pPr>
            <a:lvl7pPr lvl="6">
              <a:spcBef>
                <a:spcPts val="0"/>
              </a:spcBef>
              <a:buSzPts val="3600"/>
              <a:buNone/>
              <a:defRPr/>
            </a:lvl7pPr>
            <a:lvl8pPr lvl="7">
              <a:spcBef>
                <a:spcPts val="0"/>
              </a:spcBef>
              <a:buSzPts val="3600"/>
              <a:buNone/>
              <a:defRPr/>
            </a:lvl8pPr>
            <a:lvl9pPr lvl="8">
              <a:spcBef>
                <a:spcPts val="0"/>
              </a:spcBef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2402" name="Shape 2402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2403" name="Shape 2403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04" name="Shape 2404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05" name="Shape 240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06" name="Shape 2406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07" name="Shape 2407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08" name="Shape 2408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09" name="Shape 2409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10" name="Shape 2410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11" name="Shape 2411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12" name="Shape 2412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13" name="Shape 2413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14" name="Shape 2414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15" name="Shape 241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16" name="Shape 2416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17" name="Shape 2417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18" name="Shape 2418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19" name="Shape 2419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20" name="Shape 2420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21" name="Shape 2421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22" name="Shape 2422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23" name="Shape 2423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24" name="Shape 2424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25" name="Shape 242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26" name="Shape 2426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27" name="Shape 2427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28" name="Shape 2428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29" name="Shape 2429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30" name="Shape 2430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31" name="Shape 2431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32" name="Shape 2432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33" name="Shape 2433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34" name="Shape 2434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35" name="Shape 243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36" name="Shape 2436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37" name="Shape 2437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38" name="Shape 2438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39" name="Shape 2439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40" name="Shape 2440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41" name="Shape 2441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42" name="Shape 2442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43" name="Shape 2443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44" name="Shape 2444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45" name="Shape 244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46" name="Shape 2446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47" name="Shape 2447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48" name="Shape 2448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49" name="Shape 2449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50" name="Shape 2450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51" name="Shape 2451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52" name="Shape 2452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53" name="Shape 2453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54" name="Shape 2454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55" name="Shape 245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56" name="Shape 2456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57" name="Shape 2457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58" name="Shape 2458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59" name="Shape 2459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2460" name="Shape 2460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2461" name="Shape 2461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62" name="Shape 2462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63" name="Shape 2463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64" name="Shape 2464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65" name="Shape 246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66" name="Shape 2466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67" name="Shape 2467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68" name="Shape 2468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69" name="Shape 2469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70" name="Shape 2470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71" name="Shape 2471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72" name="Shape 2472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73" name="Shape 2473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74" name="Shape 2474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75" name="Shape 247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76" name="Shape 2476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77" name="Shape 2477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78" name="Shape 2478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79" name="Shape 2479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80" name="Shape 2480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81" name="Shape 2481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82" name="Shape 2482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83" name="Shape 2483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84" name="Shape 2484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85" name="Shape 248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86" name="Shape 2486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87" name="Shape 2487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88" name="Shape 2488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89" name="Shape 2489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90" name="Shape 2490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91" name="Shape 2491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92" name="Shape 2492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93" name="Shape 2493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94" name="Shape 2494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95" name="Shape 249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96" name="Shape 2496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97" name="Shape 2497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98" name="Shape 2498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499" name="Shape 2499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00" name="Shape 2500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01" name="Shape 2501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02" name="Shape 2502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03" name="Shape 2503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04" name="Shape 2504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05" name="Shape 250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06" name="Shape 2506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07" name="Shape 2507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08" name="Shape 2508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09" name="Shape 2509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10" name="Shape 2510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11" name="Shape 2511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12" name="Shape 2512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13" name="Shape 2513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14" name="Shape 2514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15" name="Shape 251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16" name="Shape 2516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17" name="Shape 2517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18" name="Shape 2518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19" name="Shape 2519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20" name="Shape 2520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21" name="Shape 2521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22" name="Shape 2522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2523" name="Shape 2523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2524" name="Shape 2524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25" name="Shape 252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26" name="Shape 2526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27" name="Shape 2527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28" name="Shape 2528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29" name="Shape 2529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30" name="Shape 2530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31" name="Shape 2531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32" name="Shape 2532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33" name="Shape 2533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34" name="Shape 2534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35" name="Shape 253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36" name="Shape 2536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37" name="Shape 2537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38" name="Shape 2538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39" name="Shape 2539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40" name="Shape 2540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41" name="Shape 2541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42" name="Shape 2542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43" name="Shape 2543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44" name="Shape 2544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45" name="Shape 254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46" name="Shape 2546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47" name="Shape 2547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48" name="Shape 2548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49" name="Shape 2549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50" name="Shape 2550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51" name="Shape 2551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52" name="Shape 2552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53" name="Shape 2553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54" name="Shape 2554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55" name="Shape 255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56" name="Shape 2556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57" name="Shape 2557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58" name="Shape 2558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59" name="Shape 2559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60" name="Shape 2560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61" name="Shape 2561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62" name="Shape 2562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63" name="Shape 2563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64" name="Shape 2564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65" name="Shape 256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66" name="Shape 2566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67" name="Shape 2567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68" name="Shape 2568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69" name="Shape 2569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70" name="Shape 2570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71" name="Shape 2571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72" name="Shape 2572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73" name="Shape 2573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74" name="Shape 2574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75" name="Shape 257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76" name="Shape 2576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77" name="Shape 2577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78" name="Shape 2578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79" name="Shape 2579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80" name="Shape 2580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81" name="Shape 2581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82" name="Shape 2582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83" name="Shape 2583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84" name="Shape 2584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85" name="Shape 258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86" name="Shape 2586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87" name="Shape 2587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88" name="Shape 2588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89" name="Shape 2589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90" name="Shape 2590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91" name="Shape 2591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92" name="Shape 2592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93" name="Shape 2593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94" name="Shape 2594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95" name="Shape 259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96" name="Shape 2596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97" name="Shape 2597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98" name="Shape 2598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599" name="Shape 2599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00" name="Shape 2600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01" name="Shape 2601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02" name="Shape 2602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03" name="Shape 2603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04" name="Shape 2604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05" name="Shape 260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06" name="Shape 2606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07" name="Shape 2607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08" name="Shape 2608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09" name="Shape 2609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10" name="Shape 2610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11" name="Shape 2611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12" name="Shape 2612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13" name="Shape 2613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14" name="Shape 2614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15" name="Shape 261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16" name="Shape 2616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17" name="Shape 2617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18" name="Shape 2618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19" name="Shape 2619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20" name="Shape 2620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21" name="Shape 2621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22" name="Shape 2622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23" name="Shape 2623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24" name="Shape 2624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2625" name="Shape 262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2626" name="Shape 2626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27" name="Shape 2627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28" name="Shape 2628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29" name="Shape 2629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30" name="Shape 2630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31" name="Shape 2631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32" name="Shape 2632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33" name="Shape 2633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34" name="Shape 2634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35" name="Shape 263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36" name="Shape 2636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37" name="Shape 2637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38" name="Shape 2638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39" name="Shape 2639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40" name="Shape 2640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41" name="Shape 2641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42" name="Shape 2642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43" name="Shape 2643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44" name="Shape 2644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45" name="Shape 264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46" name="Shape 2646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47" name="Shape 2647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48" name="Shape 2648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49" name="Shape 2649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50" name="Shape 2650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51" name="Shape 2651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52" name="Shape 2652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53" name="Shape 2653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54" name="Shape 2654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55" name="Shape 265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56" name="Shape 2656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57" name="Shape 2657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58" name="Shape 2658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59" name="Shape 2659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60" name="Shape 2660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61" name="Shape 2661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62" name="Shape 2662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63" name="Shape 2663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64" name="Shape 2664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65" name="Shape 266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66" name="Shape 2666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67" name="Shape 2667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68" name="Shape 2668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69" name="Shape 2669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70" name="Shape 2670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71" name="Shape 2671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72" name="Shape 2672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73" name="Shape 2673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74" name="Shape 2674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2675" name="Shape 267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2676" name="Shape 2676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dark">
    <p:bg>
      <p:bgPr>
        <a:solidFill>
          <a:srgbClr val="003B55"/>
        </a:solidFill>
        <a:effectLst/>
      </p:bgPr>
    </p:bg>
    <p:spTree>
      <p:nvGrpSpPr>
        <p:cNvPr id="1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1" name="Shape 3231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3232" name="Shape 3232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33" name="Shape 3233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34" name="Shape 3234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35" name="Shape 323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36" name="Shape 3236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37" name="Shape 3237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38" name="Shape 3238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39" name="Shape 3239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0" name="Shape 3240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1" name="Shape 3241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2" name="Shape 3242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3" name="Shape 3243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4" name="Shape 3244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5" name="Shape 324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6" name="Shape 3246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7" name="Shape 3247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8" name="Shape 3248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49" name="Shape 3249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0" name="Shape 3250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1" name="Shape 3251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2" name="Shape 3252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3" name="Shape 3253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4" name="Shape 3254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5" name="Shape 325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6" name="Shape 3256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7" name="Shape 3257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8" name="Shape 3258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59" name="Shape 3259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0" name="Shape 3260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1" name="Shape 3261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2" name="Shape 3262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3" name="Shape 3263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4" name="Shape 3264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5" name="Shape 326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6" name="Shape 3266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7" name="Shape 3267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8" name="Shape 3268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69" name="Shape 3269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0" name="Shape 3270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1" name="Shape 3271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2" name="Shape 3272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3" name="Shape 3273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4" name="Shape 3274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5" name="Shape 327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6" name="Shape 3276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7" name="Shape 3277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8" name="Shape 3278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79" name="Shape 3279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80" name="Shape 3280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81" name="Shape 3281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82" name="Shape 3282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83" name="Shape 3283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84" name="Shape 3284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85" name="Shape 328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86" name="Shape 3286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87" name="Shape 3287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88" name="Shape 3288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D3EBD5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289" name="Shape 3289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3290" name="Shape 3290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91" name="Shape 3291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92" name="Shape 3292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93" name="Shape 3293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94" name="Shape 3294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95" name="Shape 329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96" name="Shape 3296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97" name="Shape 3297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98" name="Shape 3298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299" name="Shape 3299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0" name="Shape 3300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1" name="Shape 3301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2" name="Shape 3302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3" name="Shape 3303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4" name="Shape 3304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5" name="Shape 330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6" name="Shape 3306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7" name="Shape 3307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8" name="Shape 3308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09" name="Shape 3309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0" name="Shape 3310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1" name="Shape 3311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2" name="Shape 3312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3" name="Shape 3313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4" name="Shape 3314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5" name="Shape 331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6" name="Shape 3316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7" name="Shape 3317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8" name="Shape 3318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19" name="Shape 3319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0" name="Shape 3320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1" name="Shape 3321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2" name="Shape 3322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3" name="Shape 3323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4" name="Shape 3324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5" name="Shape 332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6" name="Shape 3326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7" name="Shape 3327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8" name="Shape 3328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29" name="Shape 3329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0" name="Shape 3330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1" name="Shape 3331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2" name="Shape 3332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3" name="Shape 3333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4" name="Shape 3334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5" name="Shape 333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6" name="Shape 3336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7" name="Shape 3337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8" name="Shape 3338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39" name="Shape 3339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0" name="Shape 3340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1" name="Shape 3341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2" name="Shape 3342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3" name="Shape 3343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4" name="Shape 3344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5" name="Shape 334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6" name="Shape 3346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7" name="Shape 3347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8" name="Shape 3348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49" name="Shape 3349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50" name="Shape 3350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51" name="Shape 3351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80BFB7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352" name="Shape 3352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3353" name="Shape 3353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54" name="Shape 3354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55" name="Shape 335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56" name="Shape 3356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57" name="Shape 3357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58" name="Shape 3358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59" name="Shape 3359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0" name="Shape 3360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1" name="Shape 3361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2" name="Shape 3362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3" name="Shape 3363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4" name="Shape 3364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5" name="Shape 336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6" name="Shape 3366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7" name="Shape 3367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8" name="Shape 3368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69" name="Shape 3369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70" name="Shape 3370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71" name="Shape 3371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72" name="Shape 3372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73" name="Shape 3373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74" name="Shape 3374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75" name="Shape 337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76" name="Shape 3376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77" name="Shape 3377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78" name="Shape 3378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79" name="Shape 3379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80" name="Shape 3380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81" name="Shape 3381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82" name="Shape 3382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83" name="Shape 3383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84" name="Shape 3384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85" name="Shape 338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86" name="Shape 3386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87" name="Shape 3387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88" name="Shape 3388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89" name="Shape 3389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0" name="Shape 3390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1" name="Shape 3391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2" name="Shape 3392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3" name="Shape 3393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4" name="Shape 3394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5" name="Shape 339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6" name="Shape 3396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7" name="Shape 3397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8" name="Shape 3398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399" name="Shape 3399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00" name="Shape 3400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01" name="Shape 3401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02" name="Shape 3402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03" name="Shape 3403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04" name="Shape 3404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05" name="Shape 340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06" name="Shape 3406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07" name="Shape 3407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08" name="Shape 3408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09" name="Shape 3409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10" name="Shape 3410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11" name="Shape 3411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12" name="Shape 3412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13" name="Shape 3413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14" name="Shape 3414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15" name="Shape 341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16" name="Shape 3416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17" name="Shape 3417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18" name="Shape 3418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19" name="Shape 3419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0" name="Shape 3420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1" name="Shape 3421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2" name="Shape 3422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3" name="Shape 3423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4" name="Shape 3424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5" name="Shape 342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6" name="Shape 3426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7" name="Shape 3427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8" name="Shape 3428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29" name="Shape 3429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0" name="Shape 3430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1" name="Shape 3431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2" name="Shape 3432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3" name="Shape 3433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4" name="Shape 3434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5" name="Shape 343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6" name="Shape 3436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7" name="Shape 3437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8" name="Shape 3438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39" name="Shape 3439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40" name="Shape 3440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41" name="Shape 3441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42" name="Shape 3442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43" name="Shape 3443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44" name="Shape 3444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45" name="Shape 344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46" name="Shape 3446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47" name="Shape 3447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48" name="Shape 3448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49" name="Shape 3449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50" name="Shape 3450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51" name="Shape 3451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52" name="Shape 3452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53" name="Shape 3453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1597F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grpSp>
        <p:nvGrpSpPr>
          <p:cNvPr id="3454" name="Shape 3454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3455" name="Shape 345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56" name="Shape 3456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57" name="Shape 3457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58" name="Shape 3458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59" name="Shape 3459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0" name="Shape 3460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1" name="Shape 3461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2" name="Shape 3462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3" name="Shape 3463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4" name="Shape 3464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5" name="Shape 346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6" name="Shape 3466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7" name="Shape 3467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8" name="Shape 3468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69" name="Shape 3469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0" name="Shape 3470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1" name="Shape 3471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2" name="Shape 3472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3" name="Shape 3473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4" name="Shape 3474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5" name="Shape 347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6" name="Shape 3476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7" name="Shape 3477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8" name="Shape 3478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79" name="Shape 3479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80" name="Shape 3480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81" name="Shape 3481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82" name="Shape 3482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83" name="Shape 3483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84" name="Shape 3484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85" name="Shape 348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86" name="Shape 3486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87" name="Shape 3487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88" name="Shape 3488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89" name="Shape 3489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90" name="Shape 3490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91" name="Shape 3491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92" name="Shape 3492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93" name="Shape 3493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94" name="Shape 3494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95" name="Shape 349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96" name="Shape 3496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0" t="0" r="0" b="0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97" name="Shape 3497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98" name="Shape 3498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499" name="Shape 3499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00" name="Shape 3500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01" name="Shape 3501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02" name="Shape 3502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0" t="0" r="0" b="0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03" name="Shape 3503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0" t="0" r="0" b="0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504" name="Shape 3504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0" t="0" r="0" b="0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rgbClr val="0B87A1"/>
            </a:solidFill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3505" name="Shape 350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rgbClr val="80BFB7"/>
                </a:solidFill>
              </a:rPr>
              <a:t>‹#›</a:t>
            </a:fld>
            <a:endParaRPr lang="en">
              <a:solidFill>
                <a:srgbClr val="80BFB7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lvl="1">
              <a:spcBef>
                <a:spcPts val="0"/>
              </a:spcBef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lvl="2">
              <a:spcBef>
                <a:spcPts val="0"/>
              </a:spcBef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lvl="3">
              <a:spcBef>
                <a:spcPts val="0"/>
              </a:spcBef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lvl="4">
              <a:spcBef>
                <a:spcPts val="0"/>
              </a:spcBef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lvl="5">
              <a:spcBef>
                <a:spcPts val="0"/>
              </a:spcBef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lvl="6">
              <a:spcBef>
                <a:spcPts val="0"/>
              </a:spcBef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lvl="7">
              <a:spcBef>
                <a:spcPts val="0"/>
              </a:spcBef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lvl="8">
              <a:spcBef>
                <a:spcPts val="0"/>
              </a:spcBef>
              <a:buClr>
                <a:srgbClr val="0B87A1"/>
              </a:buClr>
              <a:buSzPts val="3600"/>
              <a:buFont typeface="Dosis Light"/>
              <a:buNone/>
              <a:defRPr sz="36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D3EBD5"/>
              </a:buClr>
              <a:buSzPts val="2400"/>
              <a:buFont typeface="Titillium Web Light"/>
              <a:buChar char="▪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>
              <a:spcBef>
                <a:spcPts val="480"/>
              </a:spcBef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lvl="2">
              <a:spcBef>
                <a:spcPts val="480"/>
              </a:spcBef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lvl="3">
              <a:spcBef>
                <a:spcPts val="360"/>
              </a:spcBef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lvl="4">
              <a:spcBef>
                <a:spcPts val="360"/>
              </a:spcBef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lvl="5">
              <a:spcBef>
                <a:spcPts val="360"/>
              </a:spcBef>
              <a:buClr>
                <a:srgbClr val="D3EBD5"/>
              </a:buClr>
              <a:buSzPts val="2400"/>
              <a:buFont typeface="Titillium Web Light"/>
              <a:buChar char="▫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lvl="6">
              <a:spcBef>
                <a:spcPts val="360"/>
              </a:spcBef>
              <a:buClr>
                <a:srgbClr val="D3EBD5"/>
              </a:buClr>
              <a:buSzPts val="2400"/>
              <a:buFont typeface="Titillium Web Light"/>
              <a:buChar char="●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lvl="7">
              <a:spcBef>
                <a:spcPts val="360"/>
              </a:spcBef>
              <a:buClr>
                <a:srgbClr val="D3EBD5"/>
              </a:buClr>
              <a:buSzPts val="2400"/>
              <a:buFont typeface="Titillium Web Light"/>
              <a:buChar char="○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lvl="8">
              <a:spcBef>
                <a:spcPts val="360"/>
              </a:spcBef>
              <a:buClr>
                <a:srgbClr val="D3EBD5"/>
              </a:buClr>
              <a:buSzPts val="2400"/>
              <a:buFont typeface="Titillium Web Light"/>
              <a:buChar char="■"/>
              <a:defRPr sz="2400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z="1200">
                <a:solidFill>
                  <a:srgbClr val="0B87A1"/>
                </a:solidFill>
                <a:latin typeface="Dosis Light"/>
                <a:ea typeface="Dosis Light"/>
                <a:cs typeface="Dosis Light"/>
                <a:sym typeface="Dosis Light"/>
              </a:rPr>
              <a:t>‹#›</a:t>
            </a:fld>
            <a:endParaRPr lang="en" sz="1200">
              <a:solidFill>
                <a:srgbClr val="0B87A1"/>
              </a:solidFill>
              <a:latin typeface="Dosis Light"/>
              <a:ea typeface="Dosis Light"/>
              <a:cs typeface="Dosis Light"/>
              <a:sym typeface="Dosis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7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Shape 3836"/>
          <p:cNvSpPr txBox="1">
            <a:spLocks noGrp="1"/>
          </p:cNvSpPr>
          <p:nvPr>
            <p:ph type="ctrTitle"/>
          </p:nvPr>
        </p:nvSpPr>
        <p:spPr>
          <a:xfrm>
            <a:off x="150452" y="640844"/>
            <a:ext cx="5396700" cy="1159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en" dirty="0" smtClean="0"/>
              <a:t>HVIZ</a:t>
            </a:r>
            <a:endParaRPr lang="en" dirty="0"/>
          </a:p>
        </p:txBody>
      </p:sp>
      <p:sp>
        <p:nvSpPr>
          <p:cNvPr id="2" name="TextBox 1"/>
          <p:cNvSpPr txBox="1"/>
          <p:nvPr/>
        </p:nvSpPr>
        <p:spPr>
          <a:xfrm>
            <a:off x="833919" y="3400746"/>
            <a:ext cx="4428162" cy="73866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mtClean="0">
                <a:solidFill>
                  <a:schemeClr val="accent4">
                    <a:lumMod val="50000"/>
                  </a:schemeClr>
                </a:solidFill>
              </a:rPr>
              <a:t>Presenters:</a:t>
            </a:r>
            <a:endParaRPr lang="en-US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algn="ctr"/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M. Talha Shafique	FA14-BCS-112</a:t>
            </a:r>
          </a:p>
          <a:p>
            <a:pPr algn="ctr"/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Jawad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</a:schemeClr>
                </a:solidFill>
              </a:rPr>
              <a:t>Javaid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	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FA14-BCS-124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9760" y="1646755"/>
            <a:ext cx="5636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80BFB7"/>
                </a:solidFill>
              </a:rPr>
              <a:t>HTTP(S) Traffic aggregation and Visualization for Network Forensic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1" name="Shape 3841"/>
          <p:cNvSpPr txBox="1">
            <a:spLocks noGrp="1"/>
          </p:cNvSpPr>
          <p:nvPr>
            <p:ph type="ctrTitle"/>
          </p:nvPr>
        </p:nvSpPr>
        <p:spPr>
          <a:xfrm>
            <a:off x="547688" y="308224"/>
            <a:ext cx="5268900" cy="8638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 dirty="0" smtClean="0"/>
              <a:t>Outline:		</a:t>
            </a:r>
            <a:endParaRPr lang="en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706348" y="1322048"/>
            <a:ext cx="5268900" cy="3397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What is HVIZ?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Introduction to HVIZ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Need of HVIZ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Architecture of HVIZ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HVIZ modules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HVIZ Aggregation 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HVIZ( Offline)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HVIZ(Online)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HVIZ(Client/Server)</a:t>
            </a:r>
          </a:p>
        </p:txBody>
      </p:sp>
      <p:sp>
        <p:nvSpPr>
          <p:cNvPr id="3845" name="Shape 3845"/>
          <p:cNvSpPr txBox="1">
            <a:spLocks noGrp="1"/>
          </p:cNvSpPr>
          <p:nvPr>
            <p:ph type="sldNum" idx="4294967295"/>
          </p:nvPr>
        </p:nvSpPr>
        <p:spPr>
          <a:xfrm>
            <a:off x="0" y="4719638"/>
            <a:ext cx="547688" cy="393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/>
              <a:t>2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47688" y="380144"/>
            <a:ext cx="5268900" cy="863029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" dirty="0"/>
              <a:t>Outline:		</a:t>
            </a:r>
            <a:endParaRPr lang="en-US" dirty="0"/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547688" y="1363144"/>
            <a:ext cx="5268900" cy="266432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Visualization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Visualization </a:t>
            </a:r>
            <a:r>
              <a:rPr lang="en-US" dirty="0" smtClean="0"/>
              <a:t>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D3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Cef</a:t>
            </a:r>
            <a:r>
              <a:rPr lang="en-US" dirty="0" smtClean="0"/>
              <a:t> Sharp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Visualization for </a:t>
            </a:r>
            <a:r>
              <a:rPr lang="en-US" dirty="0" smtClean="0"/>
              <a:t>Offline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Visualization of Client Server module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294967295"/>
          </p:nvPr>
        </p:nvSpPr>
        <p:spPr>
          <a:xfrm>
            <a:off x="0" y="4719638"/>
            <a:ext cx="547688" cy="393700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6" name="Subtitle 1"/>
          <p:cNvSpPr txBox="1">
            <a:spLocks/>
          </p:cNvSpPr>
          <p:nvPr/>
        </p:nvSpPr>
        <p:spPr>
          <a:xfrm>
            <a:off x="5062591" y="994611"/>
            <a:ext cx="5268900" cy="338084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EBD5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rgbClr val="003B5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Shape 3845"/>
          <p:cNvSpPr txBox="1">
            <a:spLocks/>
          </p:cNvSpPr>
          <p:nvPr/>
        </p:nvSpPr>
        <p:spPr>
          <a:xfrm>
            <a:off x="0" y="4719638"/>
            <a:ext cx="547688" cy="393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0056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Shape 3850"/>
          <p:cNvSpPr txBox="1">
            <a:spLocks noGrp="1"/>
          </p:cNvSpPr>
          <p:nvPr>
            <p:ph type="title"/>
          </p:nvPr>
        </p:nvSpPr>
        <p:spPr>
          <a:xfrm>
            <a:off x="640231" y="657182"/>
            <a:ext cx="6761100" cy="857400"/>
          </a:xfrm>
          <a:prstGeom prst="rect">
            <a:avLst/>
          </a:prstGeom>
          <a:noFill/>
        </p:spPr>
        <p:txBody>
          <a:bodyPr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" sz="4000" dirty="0" smtClean="0"/>
              <a:t>What is HVIZ?</a:t>
            </a:r>
            <a:endParaRPr lang="en" sz="4000" dirty="0"/>
          </a:p>
        </p:txBody>
      </p:sp>
      <p:sp>
        <p:nvSpPr>
          <p:cNvPr id="3851" name="Shape 3851"/>
          <p:cNvSpPr txBox="1">
            <a:spLocks noGrp="1"/>
          </p:cNvSpPr>
          <p:nvPr>
            <p:ph type="body" idx="1"/>
          </p:nvPr>
        </p:nvSpPr>
        <p:spPr>
          <a:xfrm>
            <a:off x="559844" y="1627141"/>
            <a:ext cx="6761100" cy="29805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285750" indent="-285750" algn="just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HTTP(S</a:t>
            </a: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</a:rPr>
              <a:t>) Traffic aggregation and 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Visualization (HVIZ) is a Network forensic tool that will help investigator to track </a:t>
            </a: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</a:rPr>
              <a:t>the 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attacker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.</a:t>
            </a:r>
            <a:endParaRPr lang="en-US" sz="1800" dirty="0">
              <a:solidFill>
                <a:schemeClr val="accent1"/>
              </a:solidFill>
              <a:latin typeface="Titillium Web" panose="020B0604020202020204" charset="0"/>
            </a:endParaRPr>
          </a:p>
          <a:p>
            <a:pPr algn="just">
              <a:buNone/>
            </a:pPr>
            <a:endParaRPr lang="en-US" sz="1800" dirty="0" smtClean="0">
              <a:solidFill>
                <a:schemeClr val="accent1"/>
              </a:solidFill>
              <a:latin typeface="Titillium Web" panose="020B0604020202020204" charset="0"/>
            </a:endParaRPr>
          </a:p>
          <a:p>
            <a:pPr marL="285750" indent="-285750" algn="just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HVIZ filters the HTTP(S) request then analyses the HTTP(S) request to help investigator which request is a normal and which is malicious request.</a:t>
            </a:r>
          </a:p>
          <a:p>
            <a:pPr algn="just">
              <a:buNone/>
            </a:pPr>
            <a:endParaRPr lang="en-US" sz="1800" dirty="0" smtClean="0">
              <a:solidFill>
                <a:schemeClr val="accent1">
                  <a:lumMod val="50000"/>
                </a:schemeClr>
              </a:solidFill>
              <a:latin typeface="Titillium Web" panose="020B0604020202020204" charset="0"/>
            </a:endParaRPr>
          </a:p>
          <a:p>
            <a:pPr algn="just"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  <a:latin typeface="Titillium Web" panose="020B0604020202020204" charset="0"/>
            </a:endParaRPr>
          </a:p>
          <a:p>
            <a:pPr lvl="0" algn="just">
              <a:buNone/>
            </a:pPr>
            <a:endParaRPr lang="en" sz="1800" dirty="0">
              <a:latin typeface="Titillium Web" panose="020B0604020202020204" charset="0"/>
            </a:endParaRPr>
          </a:p>
        </p:txBody>
      </p:sp>
      <p:sp>
        <p:nvSpPr>
          <p:cNvPr id="3853" name="Shape 385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/>
              <a:t>4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Shape 3858"/>
          <p:cNvSpPr txBox="1">
            <a:spLocks noGrp="1"/>
          </p:cNvSpPr>
          <p:nvPr>
            <p:ph type="title"/>
          </p:nvPr>
        </p:nvSpPr>
        <p:spPr>
          <a:xfrm>
            <a:off x="718300" y="616085"/>
            <a:ext cx="6761100" cy="857400"/>
          </a:xfrm>
          <a:prstGeom prst="rect">
            <a:avLst/>
          </a:prstGeom>
          <a:noFill/>
        </p:spPr>
        <p:txBody>
          <a:bodyPr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buNone/>
            </a:pPr>
            <a:r>
              <a:rPr lang="en" dirty="0" smtClean="0"/>
              <a:t>Introduction to HVIZ:</a:t>
            </a:r>
            <a:endParaRPr lang="en" dirty="0"/>
          </a:p>
        </p:txBody>
      </p:sp>
      <p:sp>
        <p:nvSpPr>
          <p:cNvPr id="3859" name="Shape 385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12700" marR="48260"/>
            <a:r>
              <a:rPr lang="en-US" sz="1800" spc="-15" dirty="0" smtClean="0">
                <a:solidFill>
                  <a:schemeClr val="accent1">
                    <a:lumMod val="50000"/>
                  </a:schemeClr>
                </a:solidFill>
                <a:latin typeface="Titillium Web" panose="020B0604020202020204" charset="0"/>
                <a:cs typeface="Arial"/>
              </a:rPr>
              <a:t> </a:t>
            </a: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</a:rPr>
              <a:t>HVIZ 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is </a:t>
            </a: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</a:rPr>
              <a:t>technique used, which analyze traffic by reconstruct and visualizes the HTTP(S) of individual hosts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.</a:t>
            </a:r>
          </a:p>
          <a:p>
            <a:pPr marL="12700" marR="48260">
              <a:buNone/>
            </a:pP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 </a:t>
            </a:r>
            <a:endParaRPr lang="en-US" sz="1800" dirty="0">
              <a:solidFill>
                <a:schemeClr val="accent1"/>
              </a:solidFill>
              <a:latin typeface="Titillium Web" panose="020B0604020202020204" charset="0"/>
              <a:cs typeface="Times New Roman"/>
            </a:endParaRPr>
          </a:p>
          <a:p>
            <a:pPr marL="12700" marR="5080"/>
            <a:r>
              <a:rPr lang="en-US" sz="1800" spc="-25" dirty="0" smtClean="0">
                <a:solidFill>
                  <a:schemeClr val="accent1"/>
                </a:solidFill>
                <a:latin typeface="Titillium Web" panose="020B0604020202020204" charset="0"/>
                <a:cs typeface="Arial"/>
              </a:rPr>
              <a:t> </a:t>
            </a: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</a:rPr>
              <a:t>HVIZ is a latest technique which we are using to overcome HTTP(S) analysis problem. </a:t>
            </a:r>
            <a:endParaRPr lang="en-US" sz="1800" spc="-10" dirty="0" smtClean="0">
              <a:solidFill>
                <a:schemeClr val="accent1"/>
              </a:solidFill>
              <a:latin typeface="Titillium Web" panose="020B0604020202020204" charset="0"/>
              <a:cs typeface="Arial"/>
            </a:endParaRPr>
          </a:p>
          <a:p>
            <a:pPr marL="12700" marR="5080"/>
            <a:endParaRPr lang="en-US" sz="1800" spc="-10" dirty="0">
              <a:solidFill>
                <a:schemeClr val="accent1">
                  <a:lumMod val="50000"/>
                </a:schemeClr>
              </a:solidFill>
              <a:latin typeface="Titillium Web" panose="020B0604020202020204" charset="0"/>
              <a:cs typeface="Arial"/>
            </a:endParaRPr>
          </a:p>
          <a:p>
            <a:pPr marL="12700" marR="5080"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  <a:latin typeface="Titillium Web" panose="020B0604020202020204" charset="0"/>
              <a:cs typeface="Arial"/>
            </a:endParaRPr>
          </a:p>
          <a:p>
            <a:pPr marL="0" lvl="0" indent="0" rtl="0">
              <a:spcBef>
                <a:spcPts val="0"/>
              </a:spcBef>
              <a:buNone/>
            </a:pPr>
            <a:endParaRPr lang="en" sz="1800" dirty="0">
              <a:solidFill>
                <a:schemeClr val="accent1">
                  <a:lumMod val="50000"/>
                </a:schemeClr>
              </a:solidFill>
              <a:latin typeface="Titillium Web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18300" y="544166"/>
            <a:ext cx="6761100" cy="857400"/>
          </a:xfrm>
          <a:noFill/>
        </p:spPr>
        <p:txBody>
          <a:bodyPr/>
          <a:lstStyle/>
          <a:p>
            <a:r>
              <a:rPr lang="en-US" dirty="0" smtClean="0"/>
              <a:t>Need of HVIZ:</a:t>
            </a:r>
            <a:endParaRPr lang="en-US" dirty="0"/>
          </a:p>
        </p:txBody>
      </p:sp>
      <p:sp>
        <p:nvSpPr>
          <p:cNvPr id="3864" name="Shape 3864"/>
          <p:cNvSpPr txBox="1">
            <a:spLocks noGrp="1"/>
          </p:cNvSpPr>
          <p:nvPr>
            <p:ph type="body" idx="1"/>
          </p:nvPr>
        </p:nvSpPr>
        <p:spPr>
          <a:xfrm>
            <a:off x="718300" y="1651356"/>
            <a:ext cx="6761100" cy="29805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342900" indent="-342900" algn="justLow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Increase in Browsing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.</a:t>
            </a:r>
            <a:endParaRPr lang="en-US" sz="1800" dirty="0" smtClean="0">
              <a:solidFill>
                <a:schemeClr val="accent1"/>
              </a:solidFill>
              <a:latin typeface="Titillium Web" panose="020B0604020202020204" charset="0"/>
            </a:endParaRPr>
          </a:p>
          <a:p>
            <a:pPr marL="342900" indent="-342900" algn="justLow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Increase in Internet Usage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.</a:t>
            </a:r>
            <a:endParaRPr lang="en-US" sz="1800" dirty="0" smtClean="0">
              <a:solidFill>
                <a:schemeClr val="accent1"/>
              </a:solidFill>
              <a:latin typeface="Titillium Web" panose="020B0604020202020204" charset="0"/>
            </a:endParaRPr>
          </a:p>
          <a:p>
            <a:pPr marL="342900" indent="-342900" algn="justLow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Online Fraud and Threats.</a:t>
            </a:r>
          </a:p>
          <a:p>
            <a:pPr marL="342900" indent="-342900" algn="justLow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Cybercrime</a:t>
            </a: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</a:rPr>
              <a:t> 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and </a:t>
            </a: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</a:rPr>
              <a:t>D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ata leakage</a:t>
            </a: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</a:rPr>
              <a:t>.</a:t>
            </a:r>
            <a:endParaRPr lang="en-US" sz="1800" dirty="0" smtClean="0">
              <a:solidFill>
                <a:schemeClr val="accent1"/>
              </a:solidFill>
              <a:latin typeface="Titillium Web" panose="020B0604020202020204" charset="0"/>
            </a:endParaRPr>
          </a:p>
          <a:p>
            <a:pPr marL="342900" indent="-342900" algn="justLow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Observing network </a:t>
            </a: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</a:rPr>
              <a:t>traffic 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is difficult task.</a:t>
            </a:r>
          </a:p>
          <a:p>
            <a:pPr marL="342900" indent="-342900" algn="justLow"/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</a:rPr>
              <a:t>M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alicious </a:t>
            </a: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</a:rPr>
              <a:t>activates 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rely on HTTP communication.</a:t>
            </a:r>
          </a:p>
          <a:p>
            <a:pPr marL="342900" indent="-342900" algn="justLow"/>
            <a:endParaRPr lang="en" sz="1800" dirty="0">
              <a:solidFill>
                <a:schemeClr val="accent1"/>
              </a:solidFill>
              <a:latin typeface="Titillium Web" panose="020B0604020202020204" charset="0"/>
            </a:endParaRPr>
          </a:p>
        </p:txBody>
      </p:sp>
      <p:sp>
        <p:nvSpPr>
          <p:cNvPr id="3865" name="Shape 386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/>
              <a:t>6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Shape 3870"/>
          <p:cNvSpPr txBox="1">
            <a:spLocks noGrp="1"/>
          </p:cNvSpPr>
          <p:nvPr>
            <p:ph type="title"/>
          </p:nvPr>
        </p:nvSpPr>
        <p:spPr>
          <a:xfrm>
            <a:off x="134581" y="88753"/>
            <a:ext cx="6761100" cy="8574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" dirty="0" smtClean="0"/>
              <a:t>HVIZ architecture:</a:t>
            </a:r>
            <a:endParaRPr lang="en" dirty="0"/>
          </a:p>
        </p:txBody>
      </p:sp>
      <p:sp>
        <p:nvSpPr>
          <p:cNvPr id="3872" name="Shape 387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/>
              <a:t>7</a:t>
            </a:fld>
            <a:endParaRPr lang="en"/>
          </a:p>
        </p:txBody>
      </p:sp>
      <p:sp>
        <p:nvSpPr>
          <p:cNvPr id="3871" name="Shape 3871"/>
          <p:cNvSpPr txBox="1">
            <a:spLocks noGrp="1"/>
          </p:cNvSpPr>
          <p:nvPr>
            <p:ph type="body" idx="4294967295"/>
          </p:nvPr>
        </p:nvSpPr>
        <p:spPr>
          <a:xfrm>
            <a:off x="0" y="1309688"/>
            <a:ext cx="6761163" cy="34036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76200"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Titillium Web" panose="020B0604020202020204" charset="0"/>
                <a:cs typeface="Arial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3" y="1175657"/>
            <a:ext cx="7645768" cy="34249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231" y="379780"/>
            <a:ext cx="6761100" cy="857400"/>
          </a:xfrm>
        </p:spPr>
        <p:txBody>
          <a:bodyPr/>
          <a:lstStyle/>
          <a:p>
            <a:r>
              <a:rPr lang="en-US" dirty="0"/>
              <a:t>HVIZ </a:t>
            </a:r>
            <a:r>
              <a:rPr lang="en-US" dirty="0" smtClean="0"/>
              <a:t>modules: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231" y="1237180"/>
            <a:ext cx="7055114" cy="2980500"/>
          </a:xfrm>
        </p:spPr>
        <p:txBody>
          <a:bodyPr/>
          <a:lstStyle/>
          <a:p>
            <a:pPr marL="12700" algn="just">
              <a:buNone/>
            </a:pP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  <a:cs typeface="Arial"/>
              </a:rPr>
              <a:t>HVIZ consists of different modules:</a:t>
            </a:r>
          </a:p>
          <a:p>
            <a:pPr marL="12700" algn="just">
              <a:buNone/>
            </a:pP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  <a:cs typeface="Arial"/>
              </a:rPr>
              <a:t> 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  <a:cs typeface="Arial"/>
              </a:rPr>
              <a:t>    1. Offline Reading </a:t>
            </a:r>
          </a:p>
          <a:p>
            <a:pPr marL="12700" algn="just">
              <a:buNone/>
            </a:pP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  <a:cs typeface="Arial"/>
              </a:rPr>
              <a:t> 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  <a:cs typeface="Arial"/>
              </a:rPr>
              <a:t>    2. Online Capturing and Reading.</a:t>
            </a:r>
          </a:p>
          <a:p>
            <a:pPr marL="12700" algn="just">
              <a:buNone/>
            </a:pP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  <a:cs typeface="Arial"/>
              </a:rPr>
              <a:t> 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  <a:cs typeface="Arial"/>
              </a:rPr>
              <a:t>    3. Client Server.</a:t>
            </a:r>
          </a:p>
          <a:p>
            <a:pPr marL="12700" algn="just">
              <a:buNone/>
            </a:pPr>
            <a:r>
              <a:rPr lang="en-US" sz="1800" dirty="0">
                <a:solidFill>
                  <a:schemeClr val="accent1"/>
                </a:solidFill>
                <a:latin typeface="Titillium Web" panose="020B0604020202020204" charset="0"/>
                <a:cs typeface="Arial"/>
              </a:rPr>
              <a:t> 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  <a:cs typeface="Arial"/>
              </a:rPr>
              <a:t>    4. Visualization. </a:t>
            </a:r>
          </a:p>
          <a:p>
            <a:pPr marL="12700" algn="just">
              <a:buNone/>
            </a:pPr>
            <a:endParaRPr lang="en-US" sz="1800" dirty="0">
              <a:solidFill>
                <a:schemeClr val="accent1"/>
              </a:solidFill>
              <a:latin typeface="Titillium Web" panose="020B0604020202020204" charset="0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0511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231" y="431150"/>
            <a:ext cx="6761100" cy="857400"/>
          </a:xfrm>
        </p:spPr>
        <p:txBody>
          <a:bodyPr/>
          <a:lstStyle/>
          <a:p>
            <a:r>
              <a:rPr lang="en-US" dirty="0" smtClean="0"/>
              <a:t>HVIZ Three Aggregation Events: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231" y="1514125"/>
            <a:ext cx="6761100" cy="2980500"/>
          </a:xfrm>
        </p:spPr>
        <p:txBody>
          <a:bodyPr/>
          <a:lstStyle/>
          <a:p>
            <a:r>
              <a:rPr lang="en-US" sz="1800" dirty="0" smtClean="0">
                <a:solidFill>
                  <a:schemeClr val="accent1"/>
                </a:solidFill>
              </a:rPr>
              <a:t>Head Requests.</a:t>
            </a:r>
          </a:p>
          <a:p>
            <a:endParaRPr lang="en-US" sz="1800" dirty="0" smtClean="0">
              <a:solidFill>
                <a:schemeClr val="accent1"/>
              </a:solidFill>
            </a:endParaRPr>
          </a:p>
          <a:p>
            <a:r>
              <a:rPr lang="en-US" sz="1800" dirty="0" smtClean="0">
                <a:solidFill>
                  <a:schemeClr val="accent1"/>
                </a:solidFill>
              </a:rPr>
              <a:t>Click stream Requests.</a:t>
            </a:r>
          </a:p>
          <a:p>
            <a:endParaRPr lang="en-US" sz="1800" dirty="0" smtClean="0">
              <a:solidFill>
                <a:schemeClr val="accent1"/>
              </a:solidFill>
            </a:endParaRPr>
          </a:p>
          <a:p>
            <a:r>
              <a:rPr lang="en-US" sz="1800" dirty="0" smtClean="0">
                <a:solidFill>
                  <a:schemeClr val="accent1"/>
                </a:solidFill>
              </a:rPr>
              <a:t>Embedded Requests.</a:t>
            </a:r>
            <a:endParaRPr lang="en-US" sz="1800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78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HVIZ (Offline):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881" y="1739701"/>
            <a:ext cx="6513628" cy="2980500"/>
          </a:xfrm>
        </p:spPr>
        <p:txBody>
          <a:bodyPr/>
          <a:lstStyle/>
          <a:p>
            <a:pPr marL="346710" marR="995044" algn="l">
              <a:tabLst>
                <a:tab pos="1711960" algn="l"/>
                <a:tab pos="2062480" algn="l"/>
              </a:tabLst>
            </a:pP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  <a:cs typeface="Times New Roman"/>
              </a:rPr>
              <a:t>HVIZ can read offline packet captured with extension (.</a:t>
            </a:r>
            <a:r>
              <a:rPr lang="en-US" sz="1800" dirty="0" err="1" smtClean="0">
                <a:solidFill>
                  <a:schemeClr val="accent1"/>
                </a:solidFill>
                <a:latin typeface="Titillium Web" panose="020B0604020202020204" charset="0"/>
                <a:cs typeface="Times New Roman"/>
              </a:rPr>
              <a:t>pcap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  <a:cs typeface="Times New Roman"/>
              </a:rPr>
              <a:t>). </a:t>
            </a:r>
            <a:endParaRPr lang="en-US" sz="1800" dirty="0" smtClean="0">
              <a:solidFill>
                <a:schemeClr val="accent1"/>
              </a:solidFill>
              <a:latin typeface="Titillium Web" panose="020B0604020202020204" charset="0"/>
              <a:cs typeface="Times New Roman"/>
            </a:endParaRPr>
          </a:p>
          <a:p>
            <a:pPr marL="346710" marR="995044" algn="l">
              <a:tabLst>
                <a:tab pos="1711960" algn="l"/>
                <a:tab pos="2062480" algn="l"/>
              </a:tabLst>
            </a:pPr>
            <a:endParaRPr lang="en-US" sz="2000" dirty="0">
              <a:solidFill>
                <a:schemeClr val="accent1"/>
              </a:solidFill>
              <a:latin typeface="Titillium Web" panose="020B0604020202020204" charset="0"/>
              <a:cs typeface="Times New Roman"/>
            </a:endParaRPr>
          </a:p>
          <a:p>
            <a:pPr marL="334010" algn="l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It first filter out all request on bases of three events</a:t>
            </a:r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.</a:t>
            </a:r>
          </a:p>
          <a:p>
            <a:pPr marL="334010" algn="l"/>
            <a:endParaRPr lang="en-US" sz="1800" dirty="0" smtClean="0">
              <a:solidFill>
                <a:schemeClr val="accent1"/>
              </a:solidFill>
              <a:latin typeface="Titillium Web" panose="020B0604020202020204" charset="0"/>
            </a:endParaRPr>
          </a:p>
          <a:p>
            <a:pPr marL="334010" algn="l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It then visualize the traffic.</a:t>
            </a:r>
            <a:endParaRPr lang="en-US" sz="1800" dirty="0">
              <a:solidFill>
                <a:schemeClr val="accent1"/>
              </a:solidFill>
              <a:latin typeface="Titillium Web" panose="020B0604020202020204" charset="0"/>
            </a:endParaRPr>
          </a:p>
          <a:p>
            <a:pPr algn="l"/>
            <a:endParaRPr lang="en-US" sz="1800" dirty="0">
              <a:solidFill>
                <a:schemeClr val="accent1"/>
              </a:solidFill>
              <a:latin typeface="Titillium Web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105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HVIZ\can capture it’s own traffic like most of the existing Web traffic sniffers do. </a:t>
            </a:r>
          </a:p>
          <a:p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HVIZ can also capture the HTTPS request.</a:t>
            </a:r>
          </a:p>
          <a:p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Most of the Web sniffer don’t capture the encrypted Traffic.</a:t>
            </a:r>
          </a:p>
          <a:p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HVIZ save these capture traffic includes HTTP and HTTP(S) in it’s own log file.</a:t>
            </a:r>
            <a:endParaRPr lang="en-US" sz="1800" dirty="0">
              <a:solidFill>
                <a:schemeClr val="accent1"/>
              </a:solidFill>
              <a:latin typeface="Titillium Web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HVIZ (Online</a:t>
            </a:r>
            <a:r>
              <a:rPr lang="en-US" dirty="0"/>
              <a:t>):</a:t>
            </a:r>
          </a:p>
        </p:txBody>
      </p:sp>
    </p:spTree>
    <p:extLst>
      <p:ext uri="{BB962C8B-B14F-4D97-AF65-F5344CB8AC3E}">
        <p14:creationId xmlns:p14="http://schemas.microsoft.com/office/powerpoint/2010/main" val="141831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HVIZ </a:t>
            </a:r>
            <a:r>
              <a:rPr lang="en-US" dirty="0" smtClean="0"/>
              <a:t>(Client/Server):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Low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HVIZ can also be used to capture the traffic from Client side.</a:t>
            </a:r>
          </a:p>
          <a:p>
            <a:pPr algn="justLow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Server is created inside HVIZ to capture traffic from Client side.</a:t>
            </a:r>
          </a:p>
          <a:p>
            <a:pPr algn="justLow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All captured traffic will be save in HVIZ .log file.</a:t>
            </a:r>
          </a:p>
          <a:p>
            <a:pPr algn="justLow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Saved file name will be depend upon Client IP address.</a:t>
            </a:r>
          </a:p>
          <a:p>
            <a:pPr algn="justLow"/>
            <a:r>
              <a:rPr lang="en-US" sz="1800" dirty="0" smtClean="0">
                <a:solidFill>
                  <a:schemeClr val="accent1"/>
                </a:solidFill>
                <a:latin typeface="Titillium Web" panose="020B0604020202020204" charset="0"/>
              </a:rPr>
              <a:t>Captured Traffic can be visualized at any time.</a:t>
            </a:r>
            <a:endParaRPr lang="en-US" sz="1800" dirty="0">
              <a:solidFill>
                <a:schemeClr val="accent1"/>
              </a:solidFill>
              <a:latin typeface="Titillium Web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411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00355" y="1857405"/>
            <a:ext cx="5396700" cy="1159800"/>
          </a:xfrm>
        </p:spPr>
        <p:txBody>
          <a:bodyPr/>
          <a:lstStyle/>
          <a:p>
            <a:pPr algn="ctr"/>
            <a:r>
              <a:rPr lang="en-US" dirty="0" smtClean="0"/>
              <a:t>HVIZ Visualization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294967295"/>
          </p:nvPr>
        </p:nvSpPr>
        <p:spPr>
          <a:xfrm>
            <a:off x="0" y="4719638"/>
            <a:ext cx="547688" cy="393700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6160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 of Visualization: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smtClean="0">
                <a:solidFill>
                  <a:schemeClr val="accent4">
                    <a:lumMod val="50000"/>
                  </a:schemeClr>
                </a:solidFill>
              </a:rPr>
              <a:t>Visualization is essential and main feature of HVIZ.</a:t>
            </a:r>
          </a:p>
          <a:p>
            <a:r>
              <a:rPr lang="en-US" sz="1800" dirty="0" smtClean="0">
                <a:solidFill>
                  <a:schemeClr val="accent4">
                    <a:lumMod val="50000"/>
                  </a:schemeClr>
                </a:solidFill>
              </a:rPr>
              <a:t>It helps an investigator to understand what events are happening</a:t>
            </a:r>
            <a:endParaRPr lang="en-US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7904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231" y="451699"/>
            <a:ext cx="6761100" cy="857400"/>
          </a:xfrm>
        </p:spPr>
        <p:txBody>
          <a:bodyPr/>
          <a:lstStyle/>
          <a:p>
            <a:r>
              <a:rPr lang="en-US" dirty="0" smtClean="0"/>
              <a:t>Visualization Architecture: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231" y="1309098"/>
            <a:ext cx="6761100" cy="3252627"/>
          </a:xfrm>
        </p:spPr>
        <p:txBody>
          <a:bodyPr/>
          <a:lstStyle/>
          <a:p>
            <a:r>
              <a:rPr lang="en-US" sz="1800" dirty="0" smtClean="0">
                <a:solidFill>
                  <a:schemeClr val="accent4">
                    <a:lumMod val="50000"/>
                  </a:schemeClr>
                </a:solidFill>
              </a:rPr>
              <a:t>Visualization combines following libraries to visualize.</a:t>
            </a:r>
          </a:p>
          <a:p>
            <a:pPr marL="342900" lvl="3" indent="-342900">
              <a:buFont typeface="Wingdings" panose="05000000000000000000" pitchFamily="2" charset="2"/>
              <a:buChar char="v"/>
            </a:pPr>
            <a:r>
              <a:rPr lang="en-US" sz="1800" dirty="0" smtClean="0">
                <a:solidFill>
                  <a:schemeClr val="accent4">
                    <a:lumMod val="50000"/>
                  </a:schemeClr>
                </a:solidFill>
              </a:rPr>
              <a:t>D3</a:t>
            </a:r>
          </a:p>
          <a:p>
            <a:pPr marL="342900" lvl="3" indent="-342900">
              <a:buFont typeface="Wingdings" panose="05000000000000000000" pitchFamily="2" charset="2"/>
              <a:buChar char="v"/>
            </a:pPr>
            <a:r>
              <a:rPr lang="en-US" sz="1800" dirty="0" err="1" smtClean="0">
                <a:solidFill>
                  <a:schemeClr val="accent4">
                    <a:lumMod val="50000"/>
                  </a:schemeClr>
                </a:solidFill>
              </a:rPr>
              <a:t>CefSharp</a:t>
            </a:r>
            <a:endParaRPr lang="en-US" sz="1800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6390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231" y="390054"/>
            <a:ext cx="6761100" cy="857400"/>
          </a:xfrm>
        </p:spPr>
        <p:txBody>
          <a:bodyPr/>
          <a:lstStyle/>
          <a:p>
            <a:r>
              <a:rPr lang="en-US" dirty="0" smtClean="0"/>
              <a:t>D3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8300" y="1394503"/>
            <a:ext cx="6761100" cy="3325698"/>
          </a:xfrm>
        </p:spPr>
        <p:txBody>
          <a:bodyPr/>
          <a:lstStyle/>
          <a:p>
            <a:r>
              <a:rPr lang="en-US" sz="1800" dirty="0" smtClean="0">
                <a:solidFill>
                  <a:schemeClr val="accent4">
                    <a:lumMod val="50000"/>
                  </a:schemeClr>
                </a:solidFill>
              </a:rPr>
              <a:t>Document Data Driven</a:t>
            </a:r>
          </a:p>
          <a:p>
            <a:r>
              <a:rPr lang="en-US" sz="1800" dirty="0" smtClean="0">
                <a:solidFill>
                  <a:schemeClr val="accent4">
                    <a:lumMod val="50000"/>
                  </a:schemeClr>
                </a:solidFill>
              </a:rPr>
              <a:t>Dynamic web library to visualize Data.</a:t>
            </a:r>
            <a:endParaRPr lang="en-US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4594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CefSharp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smtClean="0"/>
              <a:t>Chromium Embedded Framework.</a:t>
            </a:r>
          </a:p>
          <a:p>
            <a:r>
              <a:rPr lang="en-US" sz="1800" dirty="0" smtClean="0"/>
              <a:t>Fast and efficient browser for C#.net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1154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 for Offline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smtClean="0">
                <a:solidFill>
                  <a:schemeClr val="accent4">
                    <a:lumMod val="50000"/>
                  </a:schemeClr>
                </a:solidFill>
              </a:rPr>
              <a:t>\</a:t>
            </a:r>
            <a:endParaRPr lang="en-US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381" y="1596775"/>
            <a:ext cx="6695088" cy="310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4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99" y="1733550"/>
            <a:ext cx="6761101" cy="298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95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 of Client Server module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Same as offline module.</a:t>
            </a:r>
          </a:p>
          <a:p>
            <a:r>
              <a:rPr lang="en-US" dirty="0" smtClean="0"/>
              <a:t>Difference comes programmatically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74910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8" name="Shape 4038"/>
          <p:cNvSpPr txBox="1">
            <a:spLocks noGrp="1"/>
          </p:cNvSpPr>
          <p:nvPr>
            <p:ph type="ctrTitle" idx="4294967295"/>
          </p:nvPr>
        </p:nvSpPr>
        <p:spPr>
          <a:xfrm>
            <a:off x="1569377" y="1721195"/>
            <a:ext cx="4863900" cy="1159800"/>
          </a:xfrm>
          <a:prstGeom prst="rect">
            <a:avLst/>
          </a:prstGeom>
        </p:spPr>
        <p:txBody>
          <a:bodyPr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6000" dirty="0">
                <a:solidFill>
                  <a:srgbClr val="80BFB7"/>
                </a:solidFill>
              </a:rPr>
              <a:t>THANKS!</a:t>
            </a:r>
          </a:p>
        </p:txBody>
      </p:sp>
      <p:sp>
        <p:nvSpPr>
          <p:cNvPr id="4039" name="Shape 4039"/>
          <p:cNvSpPr txBox="1">
            <a:spLocks noGrp="1"/>
          </p:cNvSpPr>
          <p:nvPr>
            <p:ph type="subTitle" idx="4294967295"/>
          </p:nvPr>
        </p:nvSpPr>
        <p:spPr>
          <a:xfrm>
            <a:off x="1569377" y="3177624"/>
            <a:ext cx="4863900" cy="78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3600" dirty="0">
                <a:solidFill>
                  <a:srgbClr val="D3EBD5"/>
                </a:solidFill>
                <a:highlight>
                  <a:srgbClr val="01597F"/>
                </a:highlight>
              </a:rPr>
              <a:t>Any questions?</a:t>
            </a:r>
          </a:p>
        </p:txBody>
      </p:sp>
      <p:sp>
        <p:nvSpPr>
          <p:cNvPr id="4041" name="Shape 404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fld id="{00000000-1234-1234-1234-123412341234}" type="slidenum">
              <a:rPr lang="en"/>
              <a:t>21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wbray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2459</TotalTime>
  <Words>498</Words>
  <Application>Microsoft Office PowerPoint</Application>
  <PresentationFormat>On-screen Show (16:9)</PresentationFormat>
  <Paragraphs>113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Titillium Web Light</vt:lpstr>
      <vt:lpstr>Times New Roman</vt:lpstr>
      <vt:lpstr>Dosis</vt:lpstr>
      <vt:lpstr>Titillium Web</vt:lpstr>
      <vt:lpstr>Dosis Light</vt:lpstr>
      <vt:lpstr>Wingdings</vt:lpstr>
      <vt:lpstr>Arial</vt:lpstr>
      <vt:lpstr>Mowbray template</vt:lpstr>
      <vt:lpstr>HVIZ</vt:lpstr>
      <vt:lpstr>Outline:  </vt:lpstr>
      <vt:lpstr>Outline:  </vt:lpstr>
      <vt:lpstr>What is HVIZ?</vt:lpstr>
      <vt:lpstr>Introduction to HVIZ:</vt:lpstr>
      <vt:lpstr>Need of HVIZ:</vt:lpstr>
      <vt:lpstr>HVIZ architecture:</vt:lpstr>
      <vt:lpstr>HVIZ modules:</vt:lpstr>
      <vt:lpstr>HVIZ Three Aggregation Events: </vt:lpstr>
      <vt:lpstr>HVIZ (Offline):</vt:lpstr>
      <vt:lpstr>HVIZ (Online):</vt:lpstr>
      <vt:lpstr>HVIZ (Client/Server):</vt:lpstr>
      <vt:lpstr>HVIZ Visualization </vt:lpstr>
      <vt:lpstr>Need of Visualization:</vt:lpstr>
      <vt:lpstr>Visualization Architecture:</vt:lpstr>
      <vt:lpstr>D3</vt:lpstr>
      <vt:lpstr>CefSharp</vt:lpstr>
      <vt:lpstr>Visualization for Offline</vt:lpstr>
      <vt:lpstr>Contd</vt:lpstr>
      <vt:lpstr>Visualization of Client Server module</vt:lpstr>
      <vt:lpstr>THANKS!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Conquerer</dc:creator>
  <cp:lastModifiedBy>Talha Shafique</cp:lastModifiedBy>
  <cp:revision>30</cp:revision>
  <dcterms:modified xsi:type="dcterms:W3CDTF">2018-04-27T10:25:15Z</dcterms:modified>
</cp:coreProperties>
</file>